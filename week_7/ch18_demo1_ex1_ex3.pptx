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6" autoAdjust="0"/>
    <p:restoredTop sz="96301"/>
  </p:normalViewPr>
  <p:slideViewPr>
    <p:cSldViewPr snapToGrid="0">
      <p:cViewPr>
        <p:scale>
          <a:sx n="70" d="100"/>
          <a:sy n="70" d="100"/>
        </p:scale>
        <p:origin x="-414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Gang" userId="3cedab14-597f-4ef4-95a4-8d920e04df37" providerId="ADAL" clId="{18FE002C-EBBB-5A61-A6E6-E1D0DB00642A}"/>
    <pc:docChg chg="modSld">
      <pc:chgData name="Li, Gang" userId="3cedab14-597f-4ef4-95a4-8d920e04df37" providerId="ADAL" clId="{18FE002C-EBBB-5A61-A6E6-E1D0DB00642A}" dt="2025-12-06T18:03:44.433" v="0" actId="1076"/>
      <pc:docMkLst>
        <pc:docMk/>
      </pc:docMkLst>
      <pc:sldChg chg="modSp mod">
        <pc:chgData name="Li, Gang" userId="3cedab14-597f-4ef4-95a4-8d920e04df37" providerId="ADAL" clId="{18FE002C-EBBB-5A61-A6E6-E1D0DB00642A}" dt="2025-12-06T18:03:44.433" v="0" actId="1076"/>
        <pc:sldMkLst>
          <pc:docMk/>
          <pc:sldMk cId="809577202" sldId="260"/>
        </pc:sldMkLst>
        <pc:spChg chg="mod">
          <ac:chgData name="Li, Gang" userId="3cedab14-597f-4ef4-95a4-8d920e04df37" providerId="ADAL" clId="{18FE002C-EBBB-5A61-A6E6-E1D0DB00642A}" dt="2025-12-06T18:03:44.433" v="0" actId="1076"/>
          <ac:spMkLst>
            <pc:docMk/>
            <pc:sldMk cId="809577202" sldId="260"/>
            <ac:spMk id="59" creationId="{4B3202B4-86E4-6249-4033-359EAADABD13}"/>
          </ac:spMkLst>
        </pc:spChg>
        <pc:cxnChg chg="mod">
          <ac:chgData name="Li, Gang" userId="3cedab14-597f-4ef4-95a4-8d920e04df37" providerId="ADAL" clId="{18FE002C-EBBB-5A61-A6E6-E1D0DB00642A}" dt="2025-12-06T18:03:44.433" v="0" actId="1076"/>
          <ac:cxnSpMkLst>
            <pc:docMk/>
            <pc:sldMk cId="809577202" sldId="260"/>
            <ac:cxnSpMk id="99" creationId="{F57A3948-6716-D33E-23BF-131824CB02B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3E5C-48C6-C53F-80F6-DE125536C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F2212-2A89-6189-885D-CE5223027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62D3-14BA-21EE-2F74-CA19E97A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5818B-19A5-C945-4C86-F832E72B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33A01-B5B6-2C14-867F-A4299713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38B4-115C-5C93-D97D-11541AAD1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0DC9D-8B70-8171-7C36-4579630D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81BF9-B907-FBD6-DEC2-7F7F47E1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A82B9-32BB-A1B9-9245-3674C284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8D8E-F72A-4275-507A-B8ADBDC1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7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F2D5-93D7-3C5C-7EB0-A46FE8F2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05592-5148-C70E-2588-FCF5E6AD9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303F3-DAC2-B87C-7D55-0B33613FB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8BB7-2852-A5DA-AA5C-D53E5773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C5194-7A65-2855-BD1D-47DE35CA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3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9F37-F22E-D911-2E4A-FC241B7A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FE70A-1BF5-5C55-5BC8-90380B3EF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7A347-17DD-A707-D0BD-849F1C47F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8210-613A-FB0A-1912-872DBD47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EDD3D-50D5-C01C-DE56-F0B7F68B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14752-2683-A3D6-1388-C4634159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4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FAC5B-CADA-923A-F671-AC69D896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85A31-62C1-9416-499C-17A12DFE3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EB88E-0043-5932-BE7C-F15A5C050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2F9EE-FCF2-39CC-45DF-970B6B671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569F6-BDEB-5A05-EEF0-C06F1D535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18AA2-2D98-3E73-6DEA-3C1E81B0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838D14-5826-04AF-EA96-8D3780BD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6D799-6B21-313F-F34B-AB2389A6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5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8BC9-3012-5414-79E2-0872C36B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3B998-44FD-F93F-0548-870EDBB32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E48A7-D10F-F7BB-E168-0B0AA625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6C34B-06BD-5213-B920-553D3829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EC332-97D7-99FC-4498-6FD26F31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9F576-B8BF-8C72-A546-C1BDC53F3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EF801-BB75-3847-46C7-62ACD0045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7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9B004-3F7D-B934-73A6-B42D0772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97675-62EF-5E5D-0D79-752F136EF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97820-B459-D00F-6F69-4FC93641C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C9A89-BD6E-6C81-6AC6-2FEF5962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168EB-9EB7-33A3-C55F-0DC036E4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F0BF4-6E18-B337-08E7-F4BC3BAC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6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4D2B-2293-B4CB-EABB-1EED8B8F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A7DF3-C475-7B82-1A53-0E5A8F6A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85D24-2E8D-9168-5002-87C848D2B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56ABD-9812-E10E-FE3E-6373077C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71E8E-FAA6-0344-701B-11EF684F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0D817-2E37-9962-DD9A-79E8B580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2921-64FF-71CA-BDAA-DA2A932E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2509C-59DC-175A-A2EE-CBADADBCA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AC246-99F7-7E9D-40A4-B52C8685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80CD-2CEB-1034-81E2-DB7B5CF6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629EC-C830-2FA9-3BDD-5F165E48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2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18B991-88CA-8164-6821-1B4C2D9A2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DF3A9-694E-6539-2191-C1424FC54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B2358-976C-220C-4A67-DCBD1A6E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2604E-856B-A370-6EED-BB78EF3D7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7C2F3-EA0B-836D-B629-C6D139B2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5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07F5E-2DC5-1FA8-BF18-5ED7F619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F6A00-13D9-1445-C797-B280977CA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F5AAE-8707-BDD9-608D-C7CF32ADE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50894-89AE-45B3-A0EC-6C6574FDF8B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8E225-FD07-88CA-51FB-0F159DE2B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65F88-8579-B7CB-F29F-57DD84DCF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72779-C3FB-4583-8A80-361331FBA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5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0823C6-A141-2EBE-031D-17E03D4D890E}"/>
              </a:ext>
            </a:extLst>
          </p:cNvPr>
          <p:cNvGraphicFramePr>
            <a:graphicFrameLocks noGrp="1"/>
          </p:cNvGraphicFramePr>
          <p:nvPr/>
        </p:nvGraphicFramePr>
        <p:xfrm>
          <a:off x="1006620" y="974764"/>
          <a:ext cx="3025722" cy="5810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8574">
                  <a:extLst>
                    <a:ext uri="{9D8B030D-6E8A-4147-A177-3AD203B41FA5}">
                      <a16:colId xmlns:a16="http://schemas.microsoft.com/office/drawing/2014/main" val="2340497812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528079694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327415868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08690"/>
                  </a:ext>
                </a:extLst>
              </a:tr>
            </a:tbl>
          </a:graphicData>
        </a:graphic>
      </p:graphicFrame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85A7ACF4-1B5B-7BDE-43E2-41C622E88E47}"/>
              </a:ext>
            </a:extLst>
          </p:cNvPr>
          <p:cNvGraphicFramePr>
            <a:graphicFrameLocks noGrp="1"/>
          </p:cNvGraphicFramePr>
          <p:nvPr/>
        </p:nvGraphicFramePr>
        <p:xfrm>
          <a:off x="1006621" y="1762695"/>
          <a:ext cx="7060018" cy="45904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8574">
                  <a:extLst>
                    <a:ext uri="{9D8B030D-6E8A-4147-A177-3AD203B41FA5}">
                      <a16:colId xmlns:a16="http://schemas.microsoft.com/office/drawing/2014/main" val="1345338743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3079363891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2309813129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1000917484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1714918746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1024603665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1997585031"/>
                    </a:ext>
                  </a:extLst>
                </a:gridCol>
              </a:tblGrid>
              <a:tr h="41967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S[6]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391668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03896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67722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0913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69116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54829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29208"/>
                  </a:ext>
                </a:extLst>
              </a:tr>
              <a:tr h="6846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15801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258507" y="39750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6221545" y="5144514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2D025-E02A-CDE4-AC68-CCD03E1A722B}"/>
              </a:ext>
            </a:extLst>
          </p:cNvPr>
          <p:cNvSpPr txBox="1"/>
          <p:nvPr/>
        </p:nvSpPr>
        <p:spPr>
          <a:xfrm>
            <a:off x="296289" y="105968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S1: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79F8C6F-2D64-ACB0-CC62-5730926F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5" y="78989"/>
            <a:ext cx="3352133" cy="4392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Demo1Merge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490CEA-5D39-0919-35FA-937AF74E77D3}"/>
              </a:ext>
            </a:extLst>
          </p:cNvPr>
          <p:cNvGrpSpPr/>
          <p:nvPr/>
        </p:nvGrpSpPr>
        <p:grpSpPr>
          <a:xfrm>
            <a:off x="1273254" y="571069"/>
            <a:ext cx="2288248" cy="470736"/>
            <a:chOff x="2451829" y="610842"/>
            <a:chExt cx="2288248" cy="47073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F7A35F-8753-DA91-C7A8-72BD3D8DEAEF}"/>
                </a:ext>
              </a:extLst>
            </p:cNvPr>
            <p:cNvSpPr txBox="1"/>
            <p:nvPr/>
          </p:nvSpPr>
          <p:spPr>
            <a:xfrm>
              <a:off x="2451829" y="619913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63F309-25C9-831C-8860-1D01A29D92ED}"/>
                </a:ext>
              </a:extLst>
            </p:cNvPr>
            <p:cNvSpPr txBox="1"/>
            <p:nvPr/>
          </p:nvSpPr>
          <p:spPr>
            <a:xfrm>
              <a:off x="3571739" y="615873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242E82-3B30-0D1E-6C17-2C258B28AC82}"/>
                </a:ext>
              </a:extLst>
            </p:cNvPr>
            <p:cNvSpPr txBox="1"/>
            <p:nvPr/>
          </p:nvSpPr>
          <p:spPr>
            <a:xfrm>
              <a:off x="4544134" y="610842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D7A9939-415C-E69B-7689-72DEEEB79E08}"/>
              </a:ext>
            </a:extLst>
          </p:cNvPr>
          <p:cNvSpPr txBox="1"/>
          <p:nvPr/>
        </p:nvSpPr>
        <p:spPr>
          <a:xfrm>
            <a:off x="296289" y="218920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4F36EF-9FEC-61A7-CA7F-62BCEF4E4B72}"/>
              </a:ext>
            </a:extLst>
          </p:cNvPr>
          <p:cNvSpPr txBox="1"/>
          <p:nvPr/>
        </p:nvSpPr>
        <p:spPr>
          <a:xfrm>
            <a:off x="-72428" y="1800358"/>
            <a:ext cx="1079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Iteration #</a:t>
            </a:r>
          </a:p>
        </p:txBody>
      </p:sp>
      <p:pic>
        <p:nvPicPr>
          <p:cNvPr id="21" name="Picture 2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CDE8D14-52EF-013A-C6B7-6BAED8CAC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316" y="0"/>
            <a:ext cx="4065258" cy="3567065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6C8107B-FD51-DB2D-FD8F-C7331DDA1802}"/>
              </a:ext>
            </a:extLst>
          </p:cNvPr>
          <p:cNvGraphicFramePr>
            <a:graphicFrameLocks noGrp="1"/>
          </p:cNvGraphicFramePr>
          <p:nvPr/>
        </p:nvGraphicFramePr>
        <p:xfrm>
          <a:off x="4970212" y="953533"/>
          <a:ext cx="3025722" cy="5810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8574">
                  <a:extLst>
                    <a:ext uri="{9D8B030D-6E8A-4147-A177-3AD203B41FA5}">
                      <a16:colId xmlns:a16="http://schemas.microsoft.com/office/drawing/2014/main" val="2340497812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528079694"/>
                    </a:ext>
                  </a:extLst>
                </a:gridCol>
                <a:gridCol w="1008574">
                  <a:extLst>
                    <a:ext uri="{9D8B030D-6E8A-4147-A177-3AD203B41FA5}">
                      <a16:colId xmlns:a16="http://schemas.microsoft.com/office/drawing/2014/main" val="327415868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08690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B9D14264-8951-9C39-2CB6-F18F24E4999B}"/>
              </a:ext>
            </a:extLst>
          </p:cNvPr>
          <p:cNvSpPr/>
          <p:nvPr/>
        </p:nvSpPr>
        <p:spPr>
          <a:xfrm>
            <a:off x="2197417" y="2855441"/>
            <a:ext cx="66708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A06939-67C3-4E67-CD01-063143D4A0FD}"/>
              </a:ext>
            </a:extLst>
          </p:cNvPr>
          <p:cNvSpPr/>
          <p:nvPr/>
        </p:nvSpPr>
        <p:spPr>
          <a:xfrm>
            <a:off x="3201669" y="3383195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D26F3E-B1D9-2EBF-A247-CD1D464467ED}"/>
              </a:ext>
            </a:extLst>
          </p:cNvPr>
          <p:cNvSpPr/>
          <p:nvPr/>
        </p:nvSpPr>
        <p:spPr>
          <a:xfrm>
            <a:off x="5227993" y="4529138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B0A64D-DCC6-5BCB-AF65-72B89589A8B0}"/>
              </a:ext>
            </a:extLst>
          </p:cNvPr>
          <p:cNvSpPr txBox="1"/>
          <p:nvPr/>
        </p:nvSpPr>
        <p:spPr>
          <a:xfrm>
            <a:off x="4259881" y="1038449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D93280-9E87-9395-7FEE-49D7A190BF2B}"/>
              </a:ext>
            </a:extLst>
          </p:cNvPr>
          <p:cNvGrpSpPr/>
          <p:nvPr/>
        </p:nvGrpSpPr>
        <p:grpSpPr>
          <a:xfrm>
            <a:off x="5227993" y="539878"/>
            <a:ext cx="2288248" cy="470736"/>
            <a:chOff x="2451829" y="610842"/>
            <a:chExt cx="2288248" cy="47073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28E6C72-0AD5-D9B0-87ED-20C5E2DF458B}"/>
                </a:ext>
              </a:extLst>
            </p:cNvPr>
            <p:cNvSpPr txBox="1"/>
            <p:nvPr/>
          </p:nvSpPr>
          <p:spPr>
            <a:xfrm>
              <a:off x="2451829" y="619913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91D3F42-E4CA-0D00-62D0-7179B2D01884}"/>
                </a:ext>
              </a:extLst>
            </p:cNvPr>
            <p:cNvSpPr txBox="1"/>
            <p:nvPr/>
          </p:nvSpPr>
          <p:spPr>
            <a:xfrm>
              <a:off x="3571739" y="615873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7218F0-0FA8-FCA6-2991-4E156D64A279}"/>
                </a:ext>
              </a:extLst>
            </p:cNvPr>
            <p:cNvSpPr txBox="1"/>
            <p:nvPr/>
          </p:nvSpPr>
          <p:spPr>
            <a:xfrm>
              <a:off x="4544134" y="610842"/>
              <a:ext cx="1959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80EA60-4B58-906B-CEA4-2369A85534DD}"/>
              </a:ext>
            </a:extLst>
          </p:cNvPr>
          <p:cNvSpPr txBox="1"/>
          <p:nvPr/>
        </p:nvSpPr>
        <p:spPr>
          <a:xfrm>
            <a:off x="3182245" y="67767"/>
            <a:ext cx="279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S1, S2 are </a:t>
            </a:r>
            <a:r>
              <a:rPr lang="en-CA" dirty="0">
                <a:highlight>
                  <a:srgbClr val="FFFF00"/>
                </a:highlight>
              </a:rPr>
              <a:t>sorted</a:t>
            </a:r>
            <a:r>
              <a:rPr lang="en-CA" dirty="0"/>
              <a:t> sequences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2210141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282718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D14264-8951-9C39-2CB6-F18F24E4999B}"/>
              </a:ext>
            </a:extLst>
          </p:cNvPr>
          <p:cNvSpPr/>
          <p:nvPr/>
        </p:nvSpPr>
        <p:spPr>
          <a:xfrm>
            <a:off x="2197417" y="3411454"/>
            <a:ext cx="66708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338319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A06939-67C3-4E67-CD01-063143D4A0FD}"/>
              </a:ext>
            </a:extLst>
          </p:cNvPr>
          <p:cNvSpPr/>
          <p:nvPr/>
        </p:nvSpPr>
        <p:spPr>
          <a:xfrm>
            <a:off x="3201669" y="3975002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D14264-8951-9C39-2CB6-F18F24E4999B}"/>
              </a:ext>
            </a:extLst>
          </p:cNvPr>
          <p:cNvSpPr/>
          <p:nvPr/>
        </p:nvSpPr>
        <p:spPr>
          <a:xfrm>
            <a:off x="2197417" y="4003261"/>
            <a:ext cx="66708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39750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258507" y="454613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CA06939-67C3-4E67-CD01-063143D4A0FD}"/>
              </a:ext>
            </a:extLst>
          </p:cNvPr>
          <p:cNvSpPr/>
          <p:nvPr/>
        </p:nvSpPr>
        <p:spPr>
          <a:xfrm>
            <a:off x="3201669" y="4546136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9D14264-8951-9C39-2CB6-F18F24E4999B}"/>
              </a:ext>
            </a:extLst>
          </p:cNvPr>
          <p:cNvSpPr/>
          <p:nvPr/>
        </p:nvSpPr>
        <p:spPr>
          <a:xfrm>
            <a:off x="2197417" y="4574395"/>
            <a:ext cx="66708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454613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DD26F3E-B1D9-2EBF-A247-CD1D464467ED}"/>
              </a:ext>
            </a:extLst>
          </p:cNvPr>
          <p:cNvSpPr/>
          <p:nvPr/>
        </p:nvSpPr>
        <p:spPr>
          <a:xfrm>
            <a:off x="5227993" y="5162036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258507" y="5179034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A06939-67C3-4E67-CD01-063143D4A0FD}"/>
              </a:ext>
            </a:extLst>
          </p:cNvPr>
          <p:cNvSpPr/>
          <p:nvPr/>
        </p:nvSpPr>
        <p:spPr>
          <a:xfrm>
            <a:off x="3201669" y="5179034"/>
            <a:ext cx="719666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D14264-8951-9C39-2CB6-F18F24E4999B}"/>
              </a:ext>
            </a:extLst>
          </p:cNvPr>
          <p:cNvSpPr/>
          <p:nvPr/>
        </p:nvSpPr>
        <p:spPr>
          <a:xfrm>
            <a:off x="2197417" y="5207293"/>
            <a:ext cx="66708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151279" y="5179034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-99</a:t>
            </a:r>
          </a:p>
        </p:txBody>
      </p:sp>
    </p:spTree>
    <p:extLst>
      <p:ext uri="{BB962C8B-B14F-4D97-AF65-F5344CB8AC3E}">
        <p14:creationId xmlns:p14="http://schemas.microsoft.com/office/powerpoint/2010/main" val="5203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884701" y="8117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2924848" y="82858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907373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935970" y="8193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5957833" y="8193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6980130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7987553" y="8269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2D025-E02A-CDE4-AC68-CCD03E1A722B}"/>
              </a:ext>
            </a:extLst>
          </p:cNvPr>
          <p:cNvSpPr txBox="1"/>
          <p:nvPr/>
        </p:nvSpPr>
        <p:spPr>
          <a:xfrm>
            <a:off x="1029711" y="89182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U: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79F8C6F-2D64-ACB0-CC62-5730926F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0" y="-18614"/>
            <a:ext cx="9534181" cy="4392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Ex1(a) Merge sort recursion tree </a:t>
            </a:r>
            <a:r>
              <a:rPr lang="en-US" b="1" dirty="0">
                <a:highlight>
                  <a:srgbClr val="FFFF00"/>
                </a:highlight>
              </a:rPr>
              <a:t>divide</a:t>
            </a:r>
            <a:r>
              <a:rPr lang="en-US" b="1" dirty="0"/>
              <a:t> step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7A35F-8753-DA91-C7A8-72BD3D8DEAEF}"/>
              </a:ext>
            </a:extLst>
          </p:cNvPr>
          <p:cNvSpPr txBox="1"/>
          <p:nvPr/>
        </p:nvSpPr>
        <p:spPr>
          <a:xfrm>
            <a:off x="2006676" y="357962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3F309-25C9-831C-8860-1D01A29D92ED}"/>
              </a:ext>
            </a:extLst>
          </p:cNvPr>
          <p:cNvSpPr txBox="1"/>
          <p:nvPr/>
        </p:nvSpPr>
        <p:spPr>
          <a:xfrm>
            <a:off x="3128271" y="353922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42E82-3B30-0D1E-6C17-2C258B28AC82}"/>
              </a:ext>
            </a:extLst>
          </p:cNvPr>
          <p:cNvSpPr txBox="1"/>
          <p:nvPr/>
        </p:nvSpPr>
        <p:spPr>
          <a:xfrm>
            <a:off x="4102128" y="348891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33EF1-89DC-C724-AF25-DBE5EB33B68B}"/>
              </a:ext>
            </a:extLst>
          </p:cNvPr>
          <p:cNvSpPr txBox="1"/>
          <p:nvPr/>
        </p:nvSpPr>
        <p:spPr>
          <a:xfrm>
            <a:off x="5143427" y="362314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95FABC-DC2B-B22C-A8A2-65E0E149C675}"/>
              </a:ext>
            </a:extLst>
          </p:cNvPr>
          <p:cNvSpPr txBox="1"/>
          <p:nvPr/>
        </p:nvSpPr>
        <p:spPr>
          <a:xfrm>
            <a:off x="6229375" y="370537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9D36B-98C6-8694-5231-85DD4D9DA5C5}"/>
              </a:ext>
            </a:extLst>
          </p:cNvPr>
          <p:cNvSpPr txBox="1"/>
          <p:nvPr/>
        </p:nvSpPr>
        <p:spPr>
          <a:xfrm>
            <a:off x="7240447" y="375907"/>
            <a:ext cx="252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352B7-5F58-410B-CE7D-B1480DB8CFC7}"/>
              </a:ext>
            </a:extLst>
          </p:cNvPr>
          <p:cNvSpPr txBox="1"/>
          <p:nvPr/>
        </p:nvSpPr>
        <p:spPr>
          <a:xfrm>
            <a:off x="8171253" y="370114"/>
            <a:ext cx="1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8886478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4D7E9-0A72-9299-33A0-A4AF90EDC134}"/>
              </a:ext>
            </a:extLst>
          </p:cNvPr>
          <p:cNvSpPr txBox="1"/>
          <p:nvPr/>
        </p:nvSpPr>
        <p:spPr>
          <a:xfrm>
            <a:off x="9085349" y="370114"/>
            <a:ext cx="1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8212D1-14C7-DC1B-4521-2B5734D3C32A}"/>
              </a:ext>
            </a:extLst>
          </p:cNvPr>
          <p:cNvSpPr/>
          <p:nvPr/>
        </p:nvSpPr>
        <p:spPr>
          <a:xfrm>
            <a:off x="1133227" y="2123174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7EE646-1D63-69D7-38E5-ACB5D4F8504F}"/>
              </a:ext>
            </a:extLst>
          </p:cNvPr>
          <p:cNvSpPr/>
          <p:nvPr/>
        </p:nvSpPr>
        <p:spPr>
          <a:xfrm>
            <a:off x="6776519" y="2099792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AB97A9-90DE-60B7-D79C-C2A03E629E50}"/>
              </a:ext>
            </a:extLst>
          </p:cNvPr>
          <p:cNvSpPr/>
          <p:nvPr/>
        </p:nvSpPr>
        <p:spPr>
          <a:xfrm>
            <a:off x="524498" y="3611530"/>
            <a:ext cx="210709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92CF16-F14F-1FD0-69E8-10962875B903}"/>
              </a:ext>
            </a:extLst>
          </p:cNvPr>
          <p:cNvSpPr/>
          <p:nvPr/>
        </p:nvSpPr>
        <p:spPr>
          <a:xfrm>
            <a:off x="3476704" y="3650993"/>
            <a:ext cx="193320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A6BA03-4D34-607E-4FEF-63CD4F2899FC}"/>
              </a:ext>
            </a:extLst>
          </p:cNvPr>
          <p:cNvSpPr/>
          <p:nvPr/>
        </p:nvSpPr>
        <p:spPr>
          <a:xfrm>
            <a:off x="6255017" y="3669450"/>
            <a:ext cx="1994493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9287124" y="3650993"/>
            <a:ext cx="210709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BDF89A-4329-0BFF-98DA-66ACFFBAFCC9}"/>
              </a:ext>
            </a:extLst>
          </p:cNvPr>
          <p:cNvSpPr/>
          <p:nvPr/>
        </p:nvSpPr>
        <p:spPr>
          <a:xfrm>
            <a:off x="1705956" y="750076"/>
            <a:ext cx="8039654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53B111-E9D1-21D6-A486-E445E389B52A}"/>
              </a:ext>
            </a:extLst>
          </p:cNvPr>
          <p:cNvSpPr/>
          <p:nvPr/>
        </p:nvSpPr>
        <p:spPr>
          <a:xfrm>
            <a:off x="1734728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612D0C4-DEB3-C389-26D7-55E0D4C5AC9C}"/>
              </a:ext>
            </a:extLst>
          </p:cNvPr>
          <p:cNvSpPr/>
          <p:nvPr/>
        </p:nvSpPr>
        <p:spPr>
          <a:xfrm>
            <a:off x="498856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3CBA83-BA3F-8422-EABF-5CDC735AFE75}"/>
              </a:ext>
            </a:extLst>
          </p:cNvPr>
          <p:cNvSpPr/>
          <p:nvPr/>
        </p:nvSpPr>
        <p:spPr>
          <a:xfrm>
            <a:off x="4865888" y="5150967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8EB76BF-C325-F328-3BD3-937DE3916621}"/>
              </a:ext>
            </a:extLst>
          </p:cNvPr>
          <p:cNvSpPr/>
          <p:nvPr/>
        </p:nvSpPr>
        <p:spPr>
          <a:xfrm>
            <a:off x="3245622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3202B4-86E4-6249-4033-359EAADABD13}"/>
              </a:ext>
            </a:extLst>
          </p:cNvPr>
          <p:cNvSpPr/>
          <p:nvPr/>
        </p:nvSpPr>
        <p:spPr>
          <a:xfrm>
            <a:off x="7528814" y="5150967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405D56-D4D0-DD34-E54F-46BE1A527DB8}"/>
              </a:ext>
            </a:extLst>
          </p:cNvPr>
          <p:cNvSpPr/>
          <p:nvPr/>
        </p:nvSpPr>
        <p:spPr>
          <a:xfrm>
            <a:off x="6088360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397D2E2-E2BA-E238-6625-BA978C0C2AE3}"/>
              </a:ext>
            </a:extLst>
          </p:cNvPr>
          <p:cNvSpPr/>
          <p:nvPr/>
        </p:nvSpPr>
        <p:spPr>
          <a:xfrm>
            <a:off x="10879508" y="5177812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1DF4A6-042E-9411-E488-88CDF206F3F7}"/>
              </a:ext>
            </a:extLst>
          </p:cNvPr>
          <p:cNvSpPr/>
          <p:nvPr/>
        </p:nvSpPr>
        <p:spPr>
          <a:xfrm>
            <a:off x="9275129" y="5176443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6D66FC8-24C4-0211-C849-88658D17C16E}"/>
              </a:ext>
            </a:extLst>
          </p:cNvPr>
          <p:cNvCxnSpPr>
            <a:stCxn id="46" idx="2"/>
            <a:endCxn id="28" idx="0"/>
          </p:cNvCxnSpPr>
          <p:nvPr/>
        </p:nvCxnSpPr>
        <p:spPr>
          <a:xfrm flipH="1">
            <a:off x="3152150" y="1519620"/>
            <a:ext cx="2573633" cy="6035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C1BED00-C276-8883-9C9F-3AADFD5F447D}"/>
              </a:ext>
            </a:extLst>
          </p:cNvPr>
          <p:cNvCxnSpPr>
            <a:cxnSpLocks/>
            <a:stCxn id="29" idx="0"/>
            <a:endCxn id="46" idx="2"/>
          </p:cNvCxnSpPr>
          <p:nvPr/>
        </p:nvCxnSpPr>
        <p:spPr>
          <a:xfrm flipH="1" flipV="1">
            <a:off x="5725783" y="1519620"/>
            <a:ext cx="3069659" cy="580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84B124B-EB13-1A7A-893C-BD1CE4E92174}"/>
              </a:ext>
            </a:extLst>
          </p:cNvPr>
          <p:cNvCxnSpPr>
            <a:cxnSpLocks/>
            <a:stCxn id="28" idx="2"/>
            <a:endCxn id="42" idx="0"/>
          </p:cNvCxnSpPr>
          <p:nvPr/>
        </p:nvCxnSpPr>
        <p:spPr>
          <a:xfrm flipH="1">
            <a:off x="1578048" y="2892718"/>
            <a:ext cx="1574102" cy="718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93F694-F9F7-7AE7-E099-E5BA93C5976C}"/>
              </a:ext>
            </a:extLst>
          </p:cNvPr>
          <p:cNvCxnSpPr>
            <a:cxnSpLocks/>
            <a:stCxn id="43" idx="0"/>
            <a:endCxn id="28" idx="2"/>
          </p:cNvCxnSpPr>
          <p:nvPr/>
        </p:nvCxnSpPr>
        <p:spPr>
          <a:xfrm flipH="1" flipV="1">
            <a:off x="3152150" y="2892718"/>
            <a:ext cx="1291157" cy="758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45" idx="0"/>
            <a:endCxn id="29" idx="2"/>
          </p:cNvCxnSpPr>
          <p:nvPr/>
        </p:nvCxnSpPr>
        <p:spPr>
          <a:xfrm flipH="1" flipV="1">
            <a:off x="8795442" y="2869336"/>
            <a:ext cx="1545232" cy="7816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D21121E-7688-CCD3-E0FF-4CD6E3CE07DC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7252264" y="2869336"/>
            <a:ext cx="1543178" cy="800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F3DE6EF-9700-009B-B6F1-35F7E4943827}"/>
              </a:ext>
            </a:extLst>
          </p:cNvPr>
          <p:cNvCxnSpPr>
            <a:cxnSpLocks/>
            <a:stCxn id="61" idx="0"/>
            <a:endCxn id="45" idx="2"/>
          </p:cNvCxnSpPr>
          <p:nvPr/>
        </p:nvCxnSpPr>
        <p:spPr>
          <a:xfrm flipH="1" flipV="1">
            <a:off x="10340674" y="4420537"/>
            <a:ext cx="972517" cy="757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7461206-66B6-8C69-6B4C-668BBB3052E7}"/>
              </a:ext>
            </a:extLst>
          </p:cNvPr>
          <p:cNvCxnSpPr>
            <a:cxnSpLocks/>
            <a:stCxn id="62" idx="0"/>
            <a:endCxn id="45" idx="2"/>
          </p:cNvCxnSpPr>
          <p:nvPr/>
        </p:nvCxnSpPr>
        <p:spPr>
          <a:xfrm flipV="1">
            <a:off x="9708812" y="4420537"/>
            <a:ext cx="631862" cy="7559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7CF641A-8BAA-D91A-1CC4-5A089913EF73}"/>
              </a:ext>
            </a:extLst>
          </p:cNvPr>
          <p:cNvCxnSpPr>
            <a:cxnSpLocks/>
            <a:stCxn id="60" idx="0"/>
            <a:endCxn id="44" idx="2"/>
          </p:cNvCxnSpPr>
          <p:nvPr/>
        </p:nvCxnSpPr>
        <p:spPr>
          <a:xfrm flipV="1">
            <a:off x="6522043" y="4438994"/>
            <a:ext cx="730221" cy="6859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57A3948-6716-D33E-23BF-131824CB02B3}"/>
              </a:ext>
            </a:extLst>
          </p:cNvPr>
          <p:cNvCxnSpPr>
            <a:cxnSpLocks/>
            <a:stCxn id="59" idx="0"/>
            <a:endCxn id="44" idx="2"/>
          </p:cNvCxnSpPr>
          <p:nvPr/>
        </p:nvCxnSpPr>
        <p:spPr>
          <a:xfrm flipH="1" flipV="1">
            <a:off x="7252264" y="4438994"/>
            <a:ext cx="710233" cy="7119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2512761-1444-65C7-A790-147D20FB1879}"/>
              </a:ext>
            </a:extLst>
          </p:cNvPr>
          <p:cNvCxnSpPr>
            <a:cxnSpLocks/>
            <a:stCxn id="58" idx="0"/>
            <a:endCxn id="43" idx="2"/>
          </p:cNvCxnSpPr>
          <p:nvPr/>
        </p:nvCxnSpPr>
        <p:spPr>
          <a:xfrm flipV="1">
            <a:off x="3679305" y="4420537"/>
            <a:ext cx="764002" cy="7044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7714B95-3DB4-1FAF-A5C0-034E21AD67BB}"/>
              </a:ext>
            </a:extLst>
          </p:cNvPr>
          <p:cNvCxnSpPr>
            <a:cxnSpLocks/>
            <a:stCxn id="57" idx="0"/>
            <a:endCxn id="43" idx="2"/>
          </p:cNvCxnSpPr>
          <p:nvPr/>
        </p:nvCxnSpPr>
        <p:spPr>
          <a:xfrm flipH="1" flipV="1">
            <a:off x="4443307" y="4420537"/>
            <a:ext cx="856264" cy="730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134F9AA-3E2D-8201-CF04-03710BA8CC01}"/>
              </a:ext>
            </a:extLst>
          </p:cNvPr>
          <p:cNvCxnSpPr>
            <a:cxnSpLocks/>
            <a:stCxn id="56" idx="0"/>
            <a:endCxn id="42" idx="2"/>
          </p:cNvCxnSpPr>
          <p:nvPr/>
        </p:nvCxnSpPr>
        <p:spPr>
          <a:xfrm flipV="1">
            <a:off x="932539" y="4381074"/>
            <a:ext cx="645509" cy="743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2D41B9E-6D65-B1BE-51B9-D40B968EDAF2}"/>
              </a:ext>
            </a:extLst>
          </p:cNvPr>
          <p:cNvCxnSpPr>
            <a:cxnSpLocks/>
            <a:stCxn id="55" idx="0"/>
            <a:endCxn id="42" idx="2"/>
          </p:cNvCxnSpPr>
          <p:nvPr/>
        </p:nvCxnSpPr>
        <p:spPr>
          <a:xfrm flipH="1" flipV="1">
            <a:off x="1578048" y="4381074"/>
            <a:ext cx="590363" cy="743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C4425E-2C60-1339-5206-C23F7253E6AF}"/>
              </a:ext>
            </a:extLst>
          </p:cNvPr>
          <p:cNvCxnSpPr/>
          <p:nvPr/>
        </p:nvCxnSpPr>
        <p:spPr>
          <a:xfrm>
            <a:off x="173736" y="685800"/>
            <a:ext cx="0" cy="537667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274932" y="225154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2315079" y="226836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297604" y="224560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326201" y="225909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7052196" y="22055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8074493" y="219201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9081916" y="221314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9980841" y="219201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678011" y="371719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1718158" y="373401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547540" y="378209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576137" y="379558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6400112" y="3777824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7422409" y="376433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9555606" y="379896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10454531" y="3777824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573267" y="524304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1833148" y="525693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339107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936471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6179898" y="527149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7611372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9348979" y="529451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10972543" y="528712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0957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79F8C6F-2D64-ACB0-CC62-5730926F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0" y="-18614"/>
            <a:ext cx="10165342" cy="4392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Ex1 (b)Merge sort recursion tree </a:t>
            </a:r>
            <a:r>
              <a:rPr lang="en-US" b="1" dirty="0">
                <a:highlight>
                  <a:srgbClr val="FFFF00"/>
                </a:highlight>
              </a:rPr>
              <a:t>conquer</a:t>
            </a:r>
            <a:r>
              <a:rPr lang="en-US" b="1" dirty="0"/>
              <a:t> step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E5BC3D1-FCAF-95DE-F61A-32BADE707160}"/>
              </a:ext>
            </a:extLst>
          </p:cNvPr>
          <p:cNvSpPr txBox="1"/>
          <p:nvPr/>
        </p:nvSpPr>
        <p:spPr>
          <a:xfrm>
            <a:off x="1029711" y="89182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S: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F1D36C6-651B-A17B-C193-B3811FCB0414}"/>
              </a:ext>
            </a:extLst>
          </p:cNvPr>
          <p:cNvSpPr/>
          <p:nvPr/>
        </p:nvSpPr>
        <p:spPr>
          <a:xfrm>
            <a:off x="1705956" y="750076"/>
            <a:ext cx="8039654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00376C4-FBAA-84F6-0BF6-303A8A1AC734}"/>
              </a:ext>
            </a:extLst>
          </p:cNvPr>
          <p:cNvCxnSpPr>
            <a:cxnSpLocks/>
          </p:cNvCxnSpPr>
          <p:nvPr/>
        </p:nvCxnSpPr>
        <p:spPr>
          <a:xfrm flipV="1">
            <a:off x="237744" y="750076"/>
            <a:ext cx="0" cy="528496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F8212D1-14C7-DC1B-4521-2B5734D3C32A}"/>
              </a:ext>
            </a:extLst>
          </p:cNvPr>
          <p:cNvSpPr/>
          <p:nvPr/>
        </p:nvSpPr>
        <p:spPr>
          <a:xfrm>
            <a:off x="1133227" y="2123174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EE646-1D63-69D7-38E5-ACB5D4F8504F}"/>
              </a:ext>
            </a:extLst>
          </p:cNvPr>
          <p:cNvSpPr/>
          <p:nvPr/>
        </p:nvSpPr>
        <p:spPr>
          <a:xfrm>
            <a:off x="6776519" y="2099792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B97A9-90DE-60B7-D79C-C2A03E629E50}"/>
              </a:ext>
            </a:extLst>
          </p:cNvPr>
          <p:cNvSpPr/>
          <p:nvPr/>
        </p:nvSpPr>
        <p:spPr>
          <a:xfrm>
            <a:off x="524498" y="3611530"/>
            <a:ext cx="210709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92CF16-F14F-1FD0-69E8-10962875B903}"/>
              </a:ext>
            </a:extLst>
          </p:cNvPr>
          <p:cNvSpPr/>
          <p:nvPr/>
        </p:nvSpPr>
        <p:spPr>
          <a:xfrm>
            <a:off x="3476704" y="3650993"/>
            <a:ext cx="193320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A6BA03-4D34-607E-4FEF-63CD4F2899FC}"/>
              </a:ext>
            </a:extLst>
          </p:cNvPr>
          <p:cNvSpPr/>
          <p:nvPr/>
        </p:nvSpPr>
        <p:spPr>
          <a:xfrm>
            <a:off x="6255017" y="3669450"/>
            <a:ext cx="1994493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9287124" y="3650993"/>
            <a:ext cx="210709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53B111-E9D1-21D6-A486-E445E389B52A}"/>
              </a:ext>
            </a:extLst>
          </p:cNvPr>
          <p:cNvSpPr/>
          <p:nvPr/>
        </p:nvSpPr>
        <p:spPr>
          <a:xfrm>
            <a:off x="1734728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12D0C4-DEB3-C389-26D7-55E0D4C5AC9C}"/>
              </a:ext>
            </a:extLst>
          </p:cNvPr>
          <p:cNvSpPr/>
          <p:nvPr/>
        </p:nvSpPr>
        <p:spPr>
          <a:xfrm>
            <a:off x="498856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3CBA83-BA3F-8422-EABF-5CDC735AFE75}"/>
              </a:ext>
            </a:extLst>
          </p:cNvPr>
          <p:cNvSpPr/>
          <p:nvPr/>
        </p:nvSpPr>
        <p:spPr>
          <a:xfrm>
            <a:off x="4865888" y="5150967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EB76BF-C325-F328-3BD3-937DE3916621}"/>
              </a:ext>
            </a:extLst>
          </p:cNvPr>
          <p:cNvSpPr/>
          <p:nvPr/>
        </p:nvSpPr>
        <p:spPr>
          <a:xfrm>
            <a:off x="3245622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3202B4-86E4-6249-4033-359EAADABD13}"/>
              </a:ext>
            </a:extLst>
          </p:cNvPr>
          <p:cNvSpPr/>
          <p:nvPr/>
        </p:nvSpPr>
        <p:spPr>
          <a:xfrm>
            <a:off x="7528814" y="5150967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405D56-D4D0-DD34-E54F-46BE1A527DB8}"/>
              </a:ext>
            </a:extLst>
          </p:cNvPr>
          <p:cNvSpPr/>
          <p:nvPr/>
        </p:nvSpPr>
        <p:spPr>
          <a:xfrm>
            <a:off x="6088360" y="5124975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97D2E2-E2BA-E238-6625-BA978C0C2AE3}"/>
              </a:ext>
            </a:extLst>
          </p:cNvPr>
          <p:cNvSpPr/>
          <p:nvPr/>
        </p:nvSpPr>
        <p:spPr>
          <a:xfrm>
            <a:off x="10879508" y="5177812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1DF4A6-042E-9411-E488-88CDF206F3F7}"/>
              </a:ext>
            </a:extLst>
          </p:cNvPr>
          <p:cNvSpPr/>
          <p:nvPr/>
        </p:nvSpPr>
        <p:spPr>
          <a:xfrm>
            <a:off x="9275129" y="5176443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D66FC8-24C4-0211-C849-88658D17C16E}"/>
              </a:ext>
            </a:extLst>
          </p:cNvPr>
          <p:cNvCxnSpPr>
            <a:endCxn id="6" idx="0"/>
          </p:cNvCxnSpPr>
          <p:nvPr/>
        </p:nvCxnSpPr>
        <p:spPr>
          <a:xfrm flipH="1">
            <a:off x="3152150" y="1519620"/>
            <a:ext cx="2573633" cy="6035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1BED00-C276-8883-9C9F-3AADFD5F447D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725783" y="1519620"/>
            <a:ext cx="3069659" cy="580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4B124B-EB13-1A7A-893C-BD1CE4E92174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578048" y="2892718"/>
            <a:ext cx="1574102" cy="718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993F694-F9F7-7AE7-E099-E5BA93C5976C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H="1" flipV="1">
            <a:off x="3152150" y="2892718"/>
            <a:ext cx="1291157" cy="758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11" idx="0"/>
            <a:endCxn id="7" idx="2"/>
          </p:cNvCxnSpPr>
          <p:nvPr/>
        </p:nvCxnSpPr>
        <p:spPr>
          <a:xfrm flipH="1" flipV="1">
            <a:off x="8795442" y="2869336"/>
            <a:ext cx="1545232" cy="7816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21121E-7688-CCD3-E0FF-4CD6E3CE07DC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7252264" y="2869336"/>
            <a:ext cx="1543178" cy="800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3DE6EF-9700-009B-B6F1-35F7E4943827}"/>
              </a:ext>
            </a:extLst>
          </p:cNvPr>
          <p:cNvCxnSpPr>
            <a:cxnSpLocks/>
            <a:stCxn id="19" idx="0"/>
            <a:endCxn id="11" idx="2"/>
          </p:cNvCxnSpPr>
          <p:nvPr/>
        </p:nvCxnSpPr>
        <p:spPr>
          <a:xfrm flipH="1" flipV="1">
            <a:off x="10340674" y="4420537"/>
            <a:ext cx="972517" cy="757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461206-66B6-8C69-6B4C-668BBB3052E7}"/>
              </a:ext>
            </a:extLst>
          </p:cNvPr>
          <p:cNvCxnSpPr>
            <a:cxnSpLocks/>
            <a:stCxn id="20" idx="0"/>
            <a:endCxn id="11" idx="2"/>
          </p:cNvCxnSpPr>
          <p:nvPr/>
        </p:nvCxnSpPr>
        <p:spPr>
          <a:xfrm flipV="1">
            <a:off x="9708812" y="4420537"/>
            <a:ext cx="631862" cy="7559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7CF641A-8BAA-D91A-1CC4-5A089913EF73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6522043" y="4438994"/>
            <a:ext cx="730221" cy="6859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7A3948-6716-D33E-23BF-131824CB02B3}"/>
              </a:ext>
            </a:extLst>
          </p:cNvPr>
          <p:cNvCxnSpPr>
            <a:cxnSpLocks/>
            <a:stCxn id="17" idx="0"/>
            <a:endCxn id="10" idx="2"/>
          </p:cNvCxnSpPr>
          <p:nvPr/>
        </p:nvCxnSpPr>
        <p:spPr>
          <a:xfrm flipH="1" flipV="1">
            <a:off x="7252264" y="4438994"/>
            <a:ext cx="710233" cy="7119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512761-1444-65C7-A790-147D20FB1879}"/>
              </a:ext>
            </a:extLst>
          </p:cNvPr>
          <p:cNvCxnSpPr>
            <a:cxnSpLocks/>
            <a:stCxn id="16" idx="0"/>
            <a:endCxn id="9" idx="2"/>
          </p:cNvCxnSpPr>
          <p:nvPr/>
        </p:nvCxnSpPr>
        <p:spPr>
          <a:xfrm flipV="1">
            <a:off x="3679305" y="4420537"/>
            <a:ext cx="764002" cy="7044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714B95-3DB4-1FAF-A5C0-034E21AD67BB}"/>
              </a:ext>
            </a:extLst>
          </p:cNvPr>
          <p:cNvCxnSpPr>
            <a:cxnSpLocks/>
            <a:stCxn id="15" idx="0"/>
            <a:endCxn id="9" idx="2"/>
          </p:cNvCxnSpPr>
          <p:nvPr/>
        </p:nvCxnSpPr>
        <p:spPr>
          <a:xfrm flipH="1" flipV="1">
            <a:off x="4443307" y="4420537"/>
            <a:ext cx="856264" cy="7304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34F9AA-3E2D-8201-CF04-03710BA8CC01}"/>
              </a:ext>
            </a:extLst>
          </p:cNvPr>
          <p:cNvCxnSpPr>
            <a:cxnSpLocks/>
            <a:stCxn id="14" idx="0"/>
            <a:endCxn id="8" idx="2"/>
          </p:cNvCxnSpPr>
          <p:nvPr/>
        </p:nvCxnSpPr>
        <p:spPr>
          <a:xfrm flipV="1">
            <a:off x="932539" y="4381074"/>
            <a:ext cx="645509" cy="743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D41B9E-6D65-B1BE-51B9-D40B968EDAF2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H="1" flipV="1">
            <a:off x="1578048" y="4381074"/>
            <a:ext cx="590363" cy="7439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573267" y="524304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1833148" y="525693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339107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936471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6179898" y="527149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7611372" y="52560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9348979" y="529451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10972543" y="528712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607563" y="37296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1613911" y="374888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3588394" y="376906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-71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4602486" y="376906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-45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6356816" y="383104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-41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7394430" y="385303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9422829" y="383104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10519675" y="383104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1218214" y="2263521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-71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2180085" y="228653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-45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3236305" y="228114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-24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242653" y="2300429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21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7033827" y="224632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-41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7889677" y="226213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8795441" y="226213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9770341" y="224590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1808578" y="87412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-71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2643657" y="87274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3476704" y="88117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-41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4386092" y="90937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-24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5321092" y="93366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7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6192826" y="93419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7129082" y="91970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8036347" y="94370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50889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1884701" y="8117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2924848" y="830203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3907373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4935970" y="8193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5957833" y="8193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6980130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7987553" y="8269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2D025-E02A-CDE4-AC68-CCD03E1A722B}"/>
              </a:ext>
            </a:extLst>
          </p:cNvPr>
          <p:cNvSpPr txBox="1"/>
          <p:nvPr/>
        </p:nvSpPr>
        <p:spPr>
          <a:xfrm>
            <a:off x="1029711" y="89182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U: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79F8C6F-2D64-ACB0-CC62-5730926F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0" y="-18614"/>
            <a:ext cx="10268714" cy="4392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Ex3(a) Quick sort recursion tree </a:t>
            </a:r>
            <a:r>
              <a:rPr lang="en-US" b="1" dirty="0">
                <a:highlight>
                  <a:srgbClr val="FFFF00"/>
                </a:highlight>
              </a:rPr>
              <a:t>divide</a:t>
            </a:r>
            <a:r>
              <a:rPr lang="en-US" b="1" dirty="0"/>
              <a:t> step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7A35F-8753-DA91-C7A8-72BD3D8DEAEF}"/>
              </a:ext>
            </a:extLst>
          </p:cNvPr>
          <p:cNvSpPr txBox="1"/>
          <p:nvPr/>
        </p:nvSpPr>
        <p:spPr>
          <a:xfrm>
            <a:off x="2006676" y="357962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63F309-25C9-831C-8860-1D01A29D92ED}"/>
              </a:ext>
            </a:extLst>
          </p:cNvPr>
          <p:cNvSpPr txBox="1"/>
          <p:nvPr/>
        </p:nvSpPr>
        <p:spPr>
          <a:xfrm>
            <a:off x="3128271" y="353922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242E82-3B30-0D1E-6C17-2C258B28AC82}"/>
              </a:ext>
            </a:extLst>
          </p:cNvPr>
          <p:cNvSpPr txBox="1"/>
          <p:nvPr/>
        </p:nvSpPr>
        <p:spPr>
          <a:xfrm>
            <a:off x="4102128" y="348891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533EF1-89DC-C724-AF25-DBE5EB33B68B}"/>
              </a:ext>
            </a:extLst>
          </p:cNvPr>
          <p:cNvSpPr txBox="1"/>
          <p:nvPr/>
        </p:nvSpPr>
        <p:spPr>
          <a:xfrm>
            <a:off x="5143427" y="362314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95FABC-DC2B-B22C-A8A2-65E0E149C675}"/>
              </a:ext>
            </a:extLst>
          </p:cNvPr>
          <p:cNvSpPr txBox="1"/>
          <p:nvPr/>
        </p:nvSpPr>
        <p:spPr>
          <a:xfrm>
            <a:off x="6229375" y="370537"/>
            <a:ext cx="196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9D36B-98C6-8694-5231-85DD4D9DA5C5}"/>
              </a:ext>
            </a:extLst>
          </p:cNvPr>
          <p:cNvSpPr txBox="1"/>
          <p:nvPr/>
        </p:nvSpPr>
        <p:spPr>
          <a:xfrm>
            <a:off x="7240447" y="375907"/>
            <a:ext cx="252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352B7-5F58-410B-CE7D-B1480DB8CFC7}"/>
              </a:ext>
            </a:extLst>
          </p:cNvPr>
          <p:cNvSpPr txBox="1"/>
          <p:nvPr/>
        </p:nvSpPr>
        <p:spPr>
          <a:xfrm>
            <a:off x="8171253" y="370114"/>
            <a:ext cx="1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8886478" y="80582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44D7E9-0A72-9299-33A0-A4AF90EDC134}"/>
              </a:ext>
            </a:extLst>
          </p:cNvPr>
          <p:cNvSpPr txBox="1"/>
          <p:nvPr/>
        </p:nvSpPr>
        <p:spPr>
          <a:xfrm>
            <a:off x="9085349" y="370114"/>
            <a:ext cx="17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8212D1-14C7-DC1B-4521-2B5734D3C32A}"/>
              </a:ext>
            </a:extLst>
          </p:cNvPr>
          <p:cNvSpPr/>
          <p:nvPr/>
        </p:nvSpPr>
        <p:spPr>
          <a:xfrm>
            <a:off x="1133228" y="2123174"/>
            <a:ext cx="2191282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7EE646-1D63-69D7-38E5-ACB5D4F8504F}"/>
              </a:ext>
            </a:extLst>
          </p:cNvPr>
          <p:cNvSpPr/>
          <p:nvPr/>
        </p:nvSpPr>
        <p:spPr>
          <a:xfrm>
            <a:off x="6776519" y="2099792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AB97A9-90DE-60B7-D79C-C2A03E629E50}"/>
              </a:ext>
            </a:extLst>
          </p:cNvPr>
          <p:cNvSpPr/>
          <p:nvPr/>
        </p:nvSpPr>
        <p:spPr>
          <a:xfrm>
            <a:off x="1129183" y="3611530"/>
            <a:ext cx="1293972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92CF16-F14F-1FD0-69E8-10962875B903}"/>
              </a:ext>
            </a:extLst>
          </p:cNvPr>
          <p:cNvSpPr/>
          <p:nvPr/>
        </p:nvSpPr>
        <p:spPr>
          <a:xfrm>
            <a:off x="3476704" y="3650993"/>
            <a:ext cx="115033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A6BA03-4D34-607E-4FEF-63CD4F2899FC}"/>
              </a:ext>
            </a:extLst>
          </p:cNvPr>
          <p:cNvSpPr/>
          <p:nvPr/>
        </p:nvSpPr>
        <p:spPr>
          <a:xfrm>
            <a:off x="5339665" y="3669450"/>
            <a:ext cx="310100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9393224" y="3643965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BDF89A-4329-0BFF-98DA-66ACFFBAFCC9}"/>
              </a:ext>
            </a:extLst>
          </p:cNvPr>
          <p:cNvSpPr/>
          <p:nvPr/>
        </p:nvSpPr>
        <p:spPr>
          <a:xfrm>
            <a:off x="1705956" y="750076"/>
            <a:ext cx="8039654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B3202B4-86E4-6249-4033-359EAADABD13}"/>
              </a:ext>
            </a:extLst>
          </p:cNvPr>
          <p:cNvSpPr/>
          <p:nvPr/>
        </p:nvSpPr>
        <p:spPr>
          <a:xfrm>
            <a:off x="7501806" y="4719418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405D56-D4D0-DD34-E54F-46BE1A527DB8}"/>
              </a:ext>
            </a:extLst>
          </p:cNvPr>
          <p:cNvSpPr/>
          <p:nvPr/>
        </p:nvSpPr>
        <p:spPr>
          <a:xfrm>
            <a:off x="4663942" y="4738293"/>
            <a:ext cx="1867387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6D66FC8-24C4-0211-C849-88658D17C16E}"/>
              </a:ext>
            </a:extLst>
          </p:cNvPr>
          <p:cNvCxnSpPr>
            <a:stCxn id="46" idx="2"/>
            <a:endCxn id="28" idx="0"/>
          </p:cNvCxnSpPr>
          <p:nvPr/>
        </p:nvCxnSpPr>
        <p:spPr>
          <a:xfrm flipH="1">
            <a:off x="2228869" y="1519620"/>
            <a:ext cx="3496914" cy="6035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C1BED00-C276-8883-9C9F-3AADFD5F447D}"/>
              </a:ext>
            </a:extLst>
          </p:cNvPr>
          <p:cNvCxnSpPr>
            <a:cxnSpLocks/>
            <a:stCxn id="29" idx="0"/>
            <a:endCxn id="46" idx="2"/>
          </p:cNvCxnSpPr>
          <p:nvPr/>
        </p:nvCxnSpPr>
        <p:spPr>
          <a:xfrm flipH="1" flipV="1">
            <a:off x="5725783" y="1519620"/>
            <a:ext cx="3069659" cy="580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84B124B-EB13-1A7A-893C-BD1CE4E92174}"/>
              </a:ext>
            </a:extLst>
          </p:cNvPr>
          <p:cNvCxnSpPr>
            <a:cxnSpLocks/>
            <a:stCxn id="28" idx="2"/>
            <a:endCxn id="42" idx="0"/>
          </p:cNvCxnSpPr>
          <p:nvPr/>
        </p:nvCxnSpPr>
        <p:spPr>
          <a:xfrm flipH="1">
            <a:off x="1776169" y="2892718"/>
            <a:ext cx="452700" cy="718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93F694-F9F7-7AE7-E099-E5BA93C5976C}"/>
              </a:ext>
            </a:extLst>
          </p:cNvPr>
          <p:cNvCxnSpPr>
            <a:cxnSpLocks/>
            <a:stCxn id="43" idx="0"/>
            <a:endCxn id="28" idx="2"/>
          </p:cNvCxnSpPr>
          <p:nvPr/>
        </p:nvCxnSpPr>
        <p:spPr>
          <a:xfrm flipH="1" flipV="1">
            <a:off x="2228869" y="2892718"/>
            <a:ext cx="1823003" cy="758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45" idx="0"/>
            <a:endCxn id="29" idx="2"/>
          </p:cNvCxnSpPr>
          <p:nvPr/>
        </p:nvCxnSpPr>
        <p:spPr>
          <a:xfrm flipH="1" flipV="1">
            <a:off x="8795442" y="2869336"/>
            <a:ext cx="1114070" cy="7746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D21121E-7688-CCD3-E0FF-4CD6E3CE07DC}"/>
              </a:ext>
            </a:extLst>
          </p:cNvPr>
          <p:cNvCxnSpPr>
            <a:cxnSpLocks/>
            <a:stCxn id="29" idx="2"/>
            <a:endCxn id="44" idx="0"/>
          </p:cNvCxnSpPr>
          <p:nvPr/>
        </p:nvCxnSpPr>
        <p:spPr>
          <a:xfrm flipH="1">
            <a:off x="6890170" y="2869336"/>
            <a:ext cx="1905272" cy="800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7CF641A-8BAA-D91A-1CC4-5A089913EF73}"/>
              </a:ext>
            </a:extLst>
          </p:cNvPr>
          <p:cNvCxnSpPr>
            <a:cxnSpLocks/>
            <a:stCxn id="60" idx="0"/>
            <a:endCxn id="44" idx="2"/>
          </p:cNvCxnSpPr>
          <p:nvPr/>
        </p:nvCxnSpPr>
        <p:spPr>
          <a:xfrm flipV="1">
            <a:off x="5597636" y="4438994"/>
            <a:ext cx="1292534" cy="299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57A3948-6716-D33E-23BF-131824CB02B3}"/>
              </a:ext>
            </a:extLst>
          </p:cNvPr>
          <p:cNvCxnSpPr>
            <a:cxnSpLocks/>
            <a:stCxn id="59" idx="0"/>
            <a:endCxn id="44" idx="2"/>
          </p:cNvCxnSpPr>
          <p:nvPr/>
        </p:nvCxnSpPr>
        <p:spPr>
          <a:xfrm flipH="1" flipV="1">
            <a:off x="6890170" y="4438994"/>
            <a:ext cx="1045319" cy="2804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4C4425E-2C60-1339-5206-C23F7253E6AF}"/>
              </a:ext>
            </a:extLst>
          </p:cNvPr>
          <p:cNvCxnSpPr/>
          <p:nvPr/>
        </p:nvCxnSpPr>
        <p:spPr>
          <a:xfrm>
            <a:off x="173736" y="685800"/>
            <a:ext cx="0" cy="537667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170C761-FD14-3204-CD9A-A906E17EDB4B}"/>
              </a:ext>
            </a:extLst>
          </p:cNvPr>
          <p:cNvSpPr txBox="1"/>
          <p:nvPr/>
        </p:nvSpPr>
        <p:spPr>
          <a:xfrm>
            <a:off x="9334438" y="24171"/>
            <a:ext cx="2839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/>
              <a:t>Use last item as </a:t>
            </a:r>
            <a:r>
              <a:rPr lang="en-CA" sz="2400" u="sng" dirty="0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5138403" y="22239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6980130" y="225524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7721008" y="2238150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8462811" y="22239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9211491" y="224124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1326561" y="22067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10019059" y="2241246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98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2202914" y="22067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2676222" y="376220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1358188" y="37296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8530526" y="37853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5474378" y="3771771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6245195" y="3775007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6978569" y="376203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7718301" y="37853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35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6655639" y="486297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7561847" y="480095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761173" y="4837490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5712552" y="483749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51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5578127" y="607143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6724159" y="5876102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101" idx="0"/>
            <a:endCxn id="60" idx="2"/>
          </p:cNvCxnSpPr>
          <p:nvPr/>
        </p:nvCxnSpPr>
        <p:spPr>
          <a:xfrm flipH="1" flipV="1">
            <a:off x="5597636" y="5507837"/>
            <a:ext cx="1642811" cy="3682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4145774" y="5869616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103" idx="0"/>
            <a:endCxn id="60" idx="2"/>
          </p:cNvCxnSpPr>
          <p:nvPr/>
        </p:nvCxnSpPr>
        <p:spPr>
          <a:xfrm flipV="1">
            <a:off x="4662062" y="5507837"/>
            <a:ext cx="935574" cy="3617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302228" y="5966313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5388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79F8C6F-2D64-ACB0-CC62-5730926F9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0" y="-18614"/>
            <a:ext cx="11268700" cy="4392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Ex3 (b) Quick sort recursion tree </a:t>
            </a:r>
            <a:r>
              <a:rPr lang="en-US" b="1" dirty="0">
                <a:highlight>
                  <a:srgbClr val="FFFF00"/>
                </a:highlight>
              </a:rPr>
              <a:t>conquer</a:t>
            </a:r>
            <a:r>
              <a:rPr lang="en-US" b="1" dirty="0"/>
              <a:t> step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E5BC3D1-FCAF-95DE-F61A-32BADE707160}"/>
              </a:ext>
            </a:extLst>
          </p:cNvPr>
          <p:cNvSpPr txBox="1"/>
          <p:nvPr/>
        </p:nvSpPr>
        <p:spPr>
          <a:xfrm>
            <a:off x="1029711" y="891820"/>
            <a:ext cx="58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S: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F1D36C6-651B-A17B-C193-B3811FCB0414}"/>
              </a:ext>
            </a:extLst>
          </p:cNvPr>
          <p:cNvSpPr/>
          <p:nvPr/>
        </p:nvSpPr>
        <p:spPr>
          <a:xfrm>
            <a:off x="1705956" y="750076"/>
            <a:ext cx="8039654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00376C4-FBAA-84F6-0BF6-303A8A1AC734}"/>
              </a:ext>
            </a:extLst>
          </p:cNvPr>
          <p:cNvCxnSpPr>
            <a:cxnSpLocks/>
          </p:cNvCxnSpPr>
          <p:nvPr/>
        </p:nvCxnSpPr>
        <p:spPr>
          <a:xfrm flipV="1">
            <a:off x="237744" y="750076"/>
            <a:ext cx="0" cy="528496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DB8038-556F-B2AD-3E9E-B87CD73A84D6}"/>
              </a:ext>
            </a:extLst>
          </p:cNvPr>
          <p:cNvSpPr txBox="1"/>
          <p:nvPr/>
        </p:nvSpPr>
        <p:spPr>
          <a:xfrm>
            <a:off x="10137313" y="31337"/>
            <a:ext cx="82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u="sng" dirty="0">
                <a:solidFill>
                  <a:srgbClr val="FF0000"/>
                </a:solidFill>
              </a:rPr>
              <a:t>pivot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212D1-14C7-DC1B-4521-2B5734D3C32A}"/>
              </a:ext>
            </a:extLst>
          </p:cNvPr>
          <p:cNvSpPr/>
          <p:nvPr/>
        </p:nvSpPr>
        <p:spPr>
          <a:xfrm>
            <a:off x="1133228" y="2123174"/>
            <a:ext cx="2191282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7EE646-1D63-69D7-38E5-ACB5D4F8504F}"/>
              </a:ext>
            </a:extLst>
          </p:cNvPr>
          <p:cNvSpPr/>
          <p:nvPr/>
        </p:nvSpPr>
        <p:spPr>
          <a:xfrm>
            <a:off x="6776519" y="2099792"/>
            <a:ext cx="403784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AB97A9-90DE-60B7-D79C-C2A03E629E50}"/>
              </a:ext>
            </a:extLst>
          </p:cNvPr>
          <p:cNvSpPr/>
          <p:nvPr/>
        </p:nvSpPr>
        <p:spPr>
          <a:xfrm>
            <a:off x="1129183" y="3611530"/>
            <a:ext cx="1293972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2CF16-F14F-1FD0-69E8-10962875B903}"/>
              </a:ext>
            </a:extLst>
          </p:cNvPr>
          <p:cNvSpPr/>
          <p:nvPr/>
        </p:nvSpPr>
        <p:spPr>
          <a:xfrm>
            <a:off x="3476704" y="3650993"/>
            <a:ext cx="115033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A6BA03-4D34-607E-4FEF-63CD4F2899FC}"/>
              </a:ext>
            </a:extLst>
          </p:cNvPr>
          <p:cNvSpPr/>
          <p:nvPr/>
        </p:nvSpPr>
        <p:spPr>
          <a:xfrm>
            <a:off x="5339665" y="3669450"/>
            <a:ext cx="3101009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9393224" y="3643965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3202B4-86E4-6249-4033-359EAADABD13}"/>
              </a:ext>
            </a:extLst>
          </p:cNvPr>
          <p:cNvSpPr/>
          <p:nvPr/>
        </p:nvSpPr>
        <p:spPr>
          <a:xfrm>
            <a:off x="7501806" y="4719418"/>
            <a:ext cx="867366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405D56-D4D0-DD34-E54F-46BE1A527DB8}"/>
              </a:ext>
            </a:extLst>
          </p:cNvPr>
          <p:cNvSpPr/>
          <p:nvPr/>
        </p:nvSpPr>
        <p:spPr>
          <a:xfrm>
            <a:off x="4663942" y="4738293"/>
            <a:ext cx="1867387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D66FC8-24C4-0211-C849-88658D17C16E}"/>
              </a:ext>
            </a:extLst>
          </p:cNvPr>
          <p:cNvCxnSpPr>
            <a:endCxn id="7" idx="0"/>
          </p:cNvCxnSpPr>
          <p:nvPr/>
        </p:nvCxnSpPr>
        <p:spPr>
          <a:xfrm flipH="1">
            <a:off x="2228869" y="1519620"/>
            <a:ext cx="3496914" cy="6035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1BED00-C276-8883-9C9F-3AADFD5F447D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5725783" y="1519620"/>
            <a:ext cx="3069659" cy="5801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84B124B-EB13-1A7A-893C-BD1CE4E9217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776169" y="2892718"/>
            <a:ext cx="452700" cy="7188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93F694-F9F7-7AE7-E099-E5BA93C5976C}"/>
              </a:ext>
            </a:extLst>
          </p:cNvPr>
          <p:cNvCxnSpPr>
            <a:cxnSpLocks/>
            <a:stCxn id="10" idx="0"/>
            <a:endCxn id="7" idx="2"/>
          </p:cNvCxnSpPr>
          <p:nvPr/>
        </p:nvCxnSpPr>
        <p:spPr>
          <a:xfrm flipH="1" flipV="1">
            <a:off x="2228869" y="2892718"/>
            <a:ext cx="1823003" cy="7582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H="1" flipV="1">
            <a:off x="8795442" y="2869336"/>
            <a:ext cx="1114070" cy="7746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21121E-7688-CCD3-E0FF-4CD6E3CE07DC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6890170" y="2869336"/>
            <a:ext cx="1905272" cy="8001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F641A-8BAA-D91A-1CC4-5A089913EF73}"/>
              </a:ext>
            </a:extLst>
          </p:cNvPr>
          <p:cNvCxnSpPr>
            <a:cxnSpLocks/>
            <a:stCxn id="15" idx="0"/>
            <a:endCxn id="11" idx="2"/>
          </p:cNvCxnSpPr>
          <p:nvPr/>
        </p:nvCxnSpPr>
        <p:spPr>
          <a:xfrm flipV="1">
            <a:off x="5597636" y="4438994"/>
            <a:ext cx="1292534" cy="2992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7A3948-6716-D33E-23BF-131824CB02B3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>
          <a:xfrm flipH="1" flipV="1">
            <a:off x="6890170" y="4438994"/>
            <a:ext cx="1045319" cy="2804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5138403" y="222392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2676222" y="376220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1358188" y="372960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8530526" y="378536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6655639" y="486297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7561847" y="480095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5578127" y="607143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6724159" y="5876102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44" idx="0"/>
            <a:endCxn id="15" idx="2"/>
          </p:cNvCxnSpPr>
          <p:nvPr/>
        </p:nvCxnSpPr>
        <p:spPr>
          <a:xfrm flipH="1" flipV="1">
            <a:off x="5597636" y="5507837"/>
            <a:ext cx="1642811" cy="3682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D0E4E55-ADDA-50DE-CE05-5B4872D2F549}"/>
              </a:ext>
            </a:extLst>
          </p:cNvPr>
          <p:cNvSpPr/>
          <p:nvPr/>
        </p:nvSpPr>
        <p:spPr>
          <a:xfrm>
            <a:off x="4145774" y="5869616"/>
            <a:ext cx="1032575" cy="7695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3141453-766A-E3C8-BEE4-7723809A48B6}"/>
              </a:ext>
            </a:extLst>
          </p:cNvPr>
          <p:cNvCxnSpPr>
            <a:cxnSpLocks/>
            <a:stCxn id="46" idx="0"/>
            <a:endCxn id="15" idx="2"/>
          </p:cNvCxnSpPr>
          <p:nvPr/>
        </p:nvCxnSpPr>
        <p:spPr>
          <a:xfrm flipV="1">
            <a:off x="4662062" y="5507837"/>
            <a:ext cx="935574" cy="3617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302228" y="5966313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5569041" y="486297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728594" y="4843595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6904652" y="382422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7687154" y="380809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6034400" y="380484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5269808" y="3824222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2549750" y="2277478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1231716" y="2244875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10065966" y="225138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8440092" y="229024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9222594" y="227411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7569840" y="227086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6805248" y="2290242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464B174-BF07-0CBE-EB45-7994CB2DCCDF}"/>
              </a:ext>
            </a:extLst>
          </p:cNvPr>
          <p:cNvSpPr/>
          <p:nvPr/>
        </p:nvSpPr>
        <p:spPr>
          <a:xfrm>
            <a:off x="2676222" y="92805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8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B9B48F-4487-B31F-C1B5-AE0B0AB9822A}"/>
              </a:ext>
            </a:extLst>
          </p:cNvPr>
          <p:cNvSpPr/>
          <p:nvPr/>
        </p:nvSpPr>
        <p:spPr>
          <a:xfrm>
            <a:off x="1798837" y="91324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-95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889DFE6-F72D-3DD1-C1E0-5A59FD0567B4}"/>
              </a:ext>
            </a:extLst>
          </p:cNvPr>
          <p:cNvSpPr/>
          <p:nvPr/>
        </p:nvSpPr>
        <p:spPr>
          <a:xfrm>
            <a:off x="3582562" y="928053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A83FC9D-FAF0-AA67-C057-5E10521E5047}"/>
              </a:ext>
            </a:extLst>
          </p:cNvPr>
          <p:cNvSpPr/>
          <p:nvPr/>
        </p:nvSpPr>
        <p:spPr>
          <a:xfrm>
            <a:off x="7957984" y="853777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98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4C111BA-C2CD-D918-C68B-AF5B7D78BD23}"/>
              </a:ext>
            </a:extLst>
          </p:cNvPr>
          <p:cNvSpPr/>
          <p:nvPr/>
        </p:nvSpPr>
        <p:spPr>
          <a:xfrm>
            <a:off x="6332110" y="89263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A53807B-505E-3F66-96FD-FCA447E1ACF5}"/>
              </a:ext>
            </a:extLst>
          </p:cNvPr>
          <p:cNvSpPr/>
          <p:nvPr/>
        </p:nvSpPr>
        <p:spPr>
          <a:xfrm>
            <a:off x="7114612" y="876500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AD1E1FB-E09F-00D8-CB87-BF4983A40E18}"/>
              </a:ext>
            </a:extLst>
          </p:cNvPr>
          <p:cNvSpPr/>
          <p:nvPr/>
        </p:nvSpPr>
        <p:spPr>
          <a:xfrm>
            <a:off x="5461858" y="873252"/>
            <a:ext cx="719666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8C63C8-EB7B-6887-207C-392551952F22}"/>
              </a:ext>
            </a:extLst>
          </p:cNvPr>
          <p:cNvSpPr/>
          <p:nvPr/>
        </p:nvSpPr>
        <p:spPr>
          <a:xfrm>
            <a:off x="4697266" y="892632"/>
            <a:ext cx="719666" cy="53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31059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295</Words>
  <Application>Microsoft Office PowerPoint</Application>
  <PresentationFormat>Widescreen</PresentationFormat>
  <Paragraphs>188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Demo1Merge</vt:lpstr>
      <vt:lpstr>Ex1(a) Merge sort recursion tree divide step</vt:lpstr>
      <vt:lpstr>Ex1 (b)Merge sort recursion tree conquer step</vt:lpstr>
      <vt:lpstr>Ex3(a) Quick sort recursion tree divide step</vt:lpstr>
      <vt:lpstr>Ex3 (b) Quick sort recursion tree conquer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Insertion Sort</dc:title>
  <dc:creator>Li, Gang</dc:creator>
  <cp:lastModifiedBy>Li Gang</cp:lastModifiedBy>
  <cp:revision>6</cp:revision>
  <dcterms:created xsi:type="dcterms:W3CDTF">2023-03-22T21:33:42Z</dcterms:created>
  <dcterms:modified xsi:type="dcterms:W3CDTF">2025-12-08T17:25:58Z</dcterms:modified>
</cp:coreProperties>
</file>