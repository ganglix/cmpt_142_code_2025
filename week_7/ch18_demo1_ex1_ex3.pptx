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0" r:id="rId3"/>
    <p:sldId id="261" r:id="rId4"/>
    <p:sldId id="262" r:id="rId5"/>
    <p:sldId id="263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86" autoAdjust="0"/>
    <p:restoredTop sz="96301"/>
  </p:normalViewPr>
  <p:slideViewPr>
    <p:cSldViewPr snapToGrid="0">
      <p:cViewPr varScale="1">
        <p:scale>
          <a:sx n="122" d="100"/>
          <a:sy n="122" d="100"/>
        </p:scale>
        <p:origin x="75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, Gang" userId="3cedab14-597f-4ef4-95a4-8d920e04df37" providerId="ADAL" clId="{18FE002C-EBBB-5A61-A6E6-E1D0DB00642A}"/>
    <pc:docChg chg="modSld">
      <pc:chgData name="Li, Gang" userId="3cedab14-597f-4ef4-95a4-8d920e04df37" providerId="ADAL" clId="{18FE002C-EBBB-5A61-A6E6-E1D0DB00642A}" dt="2025-12-06T18:03:44.433" v="0" actId="1076"/>
      <pc:docMkLst>
        <pc:docMk/>
      </pc:docMkLst>
      <pc:sldChg chg="modSp mod">
        <pc:chgData name="Li, Gang" userId="3cedab14-597f-4ef4-95a4-8d920e04df37" providerId="ADAL" clId="{18FE002C-EBBB-5A61-A6E6-E1D0DB00642A}" dt="2025-12-06T18:03:44.433" v="0" actId="1076"/>
        <pc:sldMkLst>
          <pc:docMk/>
          <pc:sldMk cId="809577202" sldId="260"/>
        </pc:sldMkLst>
        <pc:spChg chg="mod">
          <ac:chgData name="Li, Gang" userId="3cedab14-597f-4ef4-95a4-8d920e04df37" providerId="ADAL" clId="{18FE002C-EBBB-5A61-A6E6-E1D0DB00642A}" dt="2025-12-06T18:03:44.433" v="0" actId="1076"/>
          <ac:spMkLst>
            <pc:docMk/>
            <pc:sldMk cId="809577202" sldId="260"/>
            <ac:spMk id="59" creationId="{4B3202B4-86E4-6249-4033-359EAADABD13}"/>
          </ac:spMkLst>
        </pc:spChg>
        <pc:cxnChg chg="mod">
          <ac:chgData name="Li, Gang" userId="3cedab14-597f-4ef4-95a4-8d920e04df37" providerId="ADAL" clId="{18FE002C-EBBB-5A61-A6E6-E1D0DB00642A}" dt="2025-12-06T18:03:44.433" v="0" actId="1076"/>
          <ac:cxnSpMkLst>
            <pc:docMk/>
            <pc:sldMk cId="809577202" sldId="260"/>
            <ac:cxnSpMk id="99" creationId="{F57A3948-6716-D33E-23BF-131824CB02B3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B3E5C-48C6-C53F-80F6-DE125536C9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BF2212-2A89-6189-885D-CE5223027D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ED62D3-14BA-21EE-2F74-CA19E97A3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50894-89AE-45B3-A0EC-6C6574FDF8B3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E5818B-19A5-C945-4C86-F832E72B0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B33A01-B5B6-2C14-867F-A4299713F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72779-C3FB-4583-8A80-361331FBA7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043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038B4-115C-5C93-D97D-11541AAD1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D0DC9D-8B70-8171-7C36-4579630D32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781BF9-B907-FBD6-DEC2-7F7F47E1E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50894-89AE-45B3-A0EC-6C6574FDF8B3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9A82B9-32BB-A1B9-9245-3674C2840C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68D8E-F72A-4275-507A-B8ADBDC1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72779-C3FB-4583-8A80-361331FBA7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6788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5F2D5-93D7-3C5C-7EB0-A46FE8F25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E05592-5148-C70E-2588-FCF5E6AD9C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6303F3-DAC2-B87C-7D55-0B33613FB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50894-89AE-45B3-A0EC-6C6574FDF8B3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098BB7-2852-A5DA-AA5C-D53E5773F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C5194-7A65-2855-BD1D-47DE35CAF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72779-C3FB-4583-8A80-361331FBA7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636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E9F37-F22E-D911-2E4A-FC241B7A8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FE70A-1BF5-5C55-5BC8-90380B3EF9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D7A347-17DD-A707-D0BD-849F1C47F5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8210-613A-FB0A-1912-872DBD478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50894-89AE-45B3-A0EC-6C6574FDF8B3}" type="datetimeFigureOut">
              <a:rPr lang="en-US" smtClean="0"/>
              <a:t>12/6/25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4EDD3D-50D5-C01C-DE56-F0B7F68BE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E14752-2683-A3D6-1388-C4634159F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72779-C3FB-4583-8A80-361331FBA7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1493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FAC5B-CADA-923A-F671-AC69D8965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E85A31-62C1-9416-499C-17A12DFE3A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BEB88E-0043-5932-BE7C-F15A5C0502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E2F9EE-FCF2-39CC-45DF-970B6B671D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D569F6-BDEB-5A05-EEF0-C06F1D535D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018AA2-2D98-3E73-6DEA-3C1E81B05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50894-89AE-45B3-A0EC-6C6574FDF8B3}" type="datetimeFigureOut">
              <a:rPr lang="en-US" smtClean="0"/>
              <a:t>12/6/25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838D14-5826-04AF-EA96-8D3780BD2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B6D799-6B21-313F-F34B-AB2389A61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72779-C3FB-4583-8A80-361331FBA7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754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D8BC9-3012-5414-79E2-0872C36BD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33B998-44FD-F93F-0548-870EDBB32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50894-89AE-45B3-A0EC-6C6574FDF8B3}" type="datetimeFigureOut">
              <a:rPr lang="en-US" smtClean="0"/>
              <a:t>12/6/25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CE48A7-D10F-F7BB-E168-0B0AA625C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46C34B-06BD-5213-B920-553D3829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72779-C3FB-4583-8A80-361331FBA7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892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0EC332-97D7-99FC-4498-6FD26F31FD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50894-89AE-45B3-A0EC-6C6574FDF8B3}" type="datetimeFigureOut">
              <a:rPr lang="en-US" smtClean="0"/>
              <a:t>12/6/25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69F576-B8BF-8C72-A546-C1BDC53F3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EF801-BB75-3847-46C7-62ACD0045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72779-C3FB-4583-8A80-361331FBA7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5766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9B004-3F7D-B934-73A6-B42D07721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C97675-62EF-5E5D-0D79-752F136EFB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A97820-B459-D00F-6F69-4FC93641C7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3C9A89-BD6E-6C81-6AC6-2FEF5962B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50894-89AE-45B3-A0EC-6C6574FDF8B3}" type="datetimeFigureOut">
              <a:rPr lang="en-US" smtClean="0"/>
              <a:t>12/6/25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0168EB-9EB7-33A3-C55F-0DC036E42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DF0BF4-6E18-B337-08E7-F4BC3BACC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72779-C3FB-4583-8A80-361331FBA7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7688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C4D2B-2293-B4CB-EABB-1EED8B8FB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64A7DF3-C475-7B82-1A53-0E5A8F6A23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D85D24-2E8D-9168-5002-87C848D2B6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756ABD-9812-E10E-FE3E-6373077CA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50894-89AE-45B3-A0EC-6C6574FDF8B3}" type="datetimeFigureOut">
              <a:rPr lang="en-US" smtClean="0"/>
              <a:t>12/6/25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E71E8E-FAA6-0344-701B-11EF684F1B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90D817-2E37-9962-DD9A-79E8B580A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72779-C3FB-4583-8A80-361331FBA7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696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32921-64FF-71CA-BDAA-DA2A932E9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A2509C-59DC-175A-A2EE-CBADADBCA9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DAC246-99F7-7E9D-40A4-B52C8685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50894-89AE-45B3-A0EC-6C6574FDF8B3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4980CD-2CEB-1034-81E2-DB7B5CF6A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F629EC-C830-2FA9-3BDD-5F165E482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72779-C3FB-4583-8A80-361331FBA7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2268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18B991-88CA-8164-6821-1B4C2D9A27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9DF3A9-694E-6539-2191-C1424FC549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DB2358-976C-220C-4A67-DCBD1A6EA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50894-89AE-45B3-A0EC-6C6574FDF8B3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42604E-856B-A370-6EED-BB78EF3D7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57C2F3-EA0B-836D-B629-C6D139B24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72779-C3FB-4583-8A80-361331FBA7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651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7B07F5E-2DC5-1FA8-BF18-5ED7F6197D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4F6A00-13D9-1445-C797-B280977CA9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F5AAE-8707-BDD9-608D-C7CF32ADEB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D50894-89AE-45B3-A0EC-6C6574FDF8B3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28E225-FD07-88CA-51FB-0F159DE2B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365F88-8579-B7CB-F29F-57DD84DCF4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372779-C3FB-4583-8A80-361331FBA7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6577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80823C6-A141-2EBE-031D-17E03D4D890E}"/>
              </a:ext>
            </a:extLst>
          </p:cNvPr>
          <p:cNvGraphicFramePr>
            <a:graphicFrameLocks noGrp="1"/>
          </p:cNvGraphicFramePr>
          <p:nvPr/>
        </p:nvGraphicFramePr>
        <p:xfrm>
          <a:off x="1006620" y="974764"/>
          <a:ext cx="3025722" cy="58102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8574">
                  <a:extLst>
                    <a:ext uri="{9D8B030D-6E8A-4147-A177-3AD203B41FA5}">
                      <a16:colId xmlns:a16="http://schemas.microsoft.com/office/drawing/2014/main" val="2340497812"/>
                    </a:ext>
                  </a:extLst>
                </a:gridCol>
                <a:gridCol w="1008574">
                  <a:extLst>
                    <a:ext uri="{9D8B030D-6E8A-4147-A177-3AD203B41FA5}">
                      <a16:colId xmlns:a16="http://schemas.microsoft.com/office/drawing/2014/main" val="528079694"/>
                    </a:ext>
                  </a:extLst>
                </a:gridCol>
                <a:gridCol w="1008574">
                  <a:extLst>
                    <a:ext uri="{9D8B030D-6E8A-4147-A177-3AD203B41FA5}">
                      <a16:colId xmlns:a16="http://schemas.microsoft.com/office/drawing/2014/main" val="3274158683"/>
                    </a:ext>
                  </a:extLst>
                </a:gridCol>
              </a:tblGrid>
              <a:tr h="58102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408690"/>
                  </a:ext>
                </a:extLst>
              </a:tr>
            </a:tbl>
          </a:graphicData>
        </a:graphic>
      </p:graphicFrame>
      <p:graphicFrame>
        <p:nvGraphicFramePr>
          <p:cNvPr id="22" name="Table 22">
            <a:extLst>
              <a:ext uri="{FF2B5EF4-FFF2-40B4-BE49-F238E27FC236}">
                <a16:creationId xmlns:a16="http://schemas.microsoft.com/office/drawing/2014/main" id="{85A7ACF4-1B5B-7BDE-43E2-41C622E88E47}"/>
              </a:ext>
            </a:extLst>
          </p:cNvPr>
          <p:cNvGraphicFramePr>
            <a:graphicFrameLocks noGrp="1"/>
          </p:cNvGraphicFramePr>
          <p:nvPr/>
        </p:nvGraphicFramePr>
        <p:xfrm>
          <a:off x="1006621" y="1762695"/>
          <a:ext cx="7060018" cy="459043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8574">
                  <a:extLst>
                    <a:ext uri="{9D8B030D-6E8A-4147-A177-3AD203B41FA5}">
                      <a16:colId xmlns:a16="http://schemas.microsoft.com/office/drawing/2014/main" val="1345338743"/>
                    </a:ext>
                  </a:extLst>
                </a:gridCol>
                <a:gridCol w="1008574">
                  <a:extLst>
                    <a:ext uri="{9D8B030D-6E8A-4147-A177-3AD203B41FA5}">
                      <a16:colId xmlns:a16="http://schemas.microsoft.com/office/drawing/2014/main" val="3079363891"/>
                    </a:ext>
                  </a:extLst>
                </a:gridCol>
                <a:gridCol w="1008574">
                  <a:extLst>
                    <a:ext uri="{9D8B030D-6E8A-4147-A177-3AD203B41FA5}">
                      <a16:colId xmlns:a16="http://schemas.microsoft.com/office/drawing/2014/main" val="2309813129"/>
                    </a:ext>
                  </a:extLst>
                </a:gridCol>
                <a:gridCol w="1008574">
                  <a:extLst>
                    <a:ext uri="{9D8B030D-6E8A-4147-A177-3AD203B41FA5}">
                      <a16:colId xmlns:a16="http://schemas.microsoft.com/office/drawing/2014/main" val="1000917484"/>
                    </a:ext>
                  </a:extLst>
                </a:gridCol>
                <a:gridCol w="1008574">
                  <a:extLst>
                    <a:ext uri="{9D8B030D-6E8A-4147-A177-3AD203B41FA5}">
                      <a16:colId xmlns:a16="http://schemas.microsoft.com/office/drawing/2014/main" val="1714918746"/>
                    </a:ext>
                  </a:extLst>
                </a:gridCol>
                <a:gridCol w="1008574">
                  <a:extLst>
                    <a:ext uri="{9D8B030D-6E8A-4147-A177-3AD203B41FA5}">
                      <a16:colId xmlns:a16="http://schemas.microsoft.com/office/drawing/2014/main" val="1024603665"/>
                    </a:ext>
                  </a:extLst>
                </a:gridCol>
                <a:gridCol w="1008574">
                  <a:extLst>
                    <a:ext uri="{9D8B030D-6E8A-4147-A177-3AD203B41FA5}">
                      <a16:colId xmlns:a16="http://schemas.microsoft.com/office/drawing/2014/main" val="1997585031"/>
                    </a:ext>
                  </a:extLst>
                </a:gridCol>
              </a:tblGrid>
              <a:tr h="419675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S[0]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S[1]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S[2]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S[3]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S[4]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S[5]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S[6]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8391668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203896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2677221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2009134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7691162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5548292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929208"/>
                  </a:ext>
                </a:extLst>
              </a:tr>
              <a:tr h="68460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515801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A53807B-505E-3F66-96FD-FCA447E1ACF5}"/>
              </a:ext>
            </a:extLst>
          </p:cNvPr>
          <p:cNvSpPr/>
          <p:nvPr/>
        </p:nvSpPr>
        <p:spPr>
          <a:xfrm>
            <a:off x="1151279" y="979627"/>
            <a:ext cx="719666" cy="533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-99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8C63C8-EB7B-6887-207C-392551952F22}"/>
              </a:ext>
            </a:extLst>
          </p:cNvPr>
          <p:cNvSpPr/>
          <p:nvPr/>
        </p:nvSpPr>
        <p:spPr>
          <a:xfrm>
            <a:off x="2191426" y="996445"/>
            <a:ext cx="719666" cy="533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10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D1E1FB-E09F-00D8-CB87-BF4983A40E18}"/>
              </a:ext>
            </a:extLst>
          </p:cNvPr>
          <p:cNvSpPr/>
          <p:nvPr/>
        </p:nvSpPr>
        <p:spPr>
          <a:xfrm>
            <a:off x="3182245" y="998046"/>
            <a:ext cx="719666" cy="533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74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02D025-E02A-CDE4-AC68-CCD03E1A722B}"/>
              </a:ext>
            </a:extLst>
          </p:cNvPr>
          <p:cNvSpPr txBox="1"/>
          <p:nvPr/>
        </p:nvSpPr>
        <p:spPr>
          <a:xfrm>
            <a:off x="296289" y="1059680"/>
            <a:ext cx="584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S1: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079F8C6F-2D64-ACB0-CC62-5730926F9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25" y="78989"/>
            <a:ext cx="3352133" cy="439208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Demo1Merge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8490CEA-5D39-0919-35FA-937AF74E77D3}"/>
              </a:ext>
            </a:extLst>
          </p:cNvPr>
          <p:cNvGrpSpPr/>
          <p:nvPr/>
        </p:nvGrpSpPr>
        <p:grpSpPr>
          <a:xfrm>
            <a:off x="1273254" y="571069"/>
            <a:ext cx="2288248" cy="470736"/>
            <a:chOff x="2451829" y="610842"/>
            <a:chExt cx="2288248" cy="470736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AF7A35F-8753-DA91-C7A8-72BD3D8DEAEF}"/>
                </a:ext>
              </a:extLst>
            </p:cNvPr>
            <p:cNvSpPr txBox="1"/>
            <p:nvPr/>
          </p:nvSpPr>
          <p:spPr>
            <a:xfrm>
              <a:off x="2451829" y="619913"/>
              <a:ext cx="1959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0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263F309-25C9-831C-8860-1D01A29D92ED}"/>
                </a:ext>
              </a:extLst>
            </p:cNvPr>
            <p:cNvSpPr txBox="1"/>
            <p:nvPr/>
          </p:nvSpPr>
          <p:spPr>
            <a:xfrm>
              <a:off x="3571739" y="615873"/>
              <a:ext cx="1959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1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4242E82-3B30-0D1E-6C17-2C258B28AC82}"/>
                </a:ext>
              </a:extLst>
            </p:cNvPr>
            <p:cNvSpPr txBox="1"/>
            <p:nvPr/>
          </p:nvSpPr>
          <p:spPr>
            <a:xfrm>
              <a:off x="4544134" y="610842"/>
              <a:ext cx="1959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2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2D7A9939-415C-E69B-7689-72DEEEB79E08}"/>
              </a:ext>
            </a:extLst>
          </p:cNvPr>
          <p:cNvSpPr txBox="1"/>
          <p:nvPr/>
        </p:nvSpPr>
        <p:spPr>
          <a:xfrm>
            <a:off x="296289" y="2189200"/>
            <a:ext cx="584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S: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94F36EF-9FEC-61A7-CA7F-62BCEF4E4B72}"/>
              </a:ext>
            </a:extLst>
          </p:cNvPr>
          <p:cNvSpPr txBox="1"/>
          <p:nvPr/>
        </p:nvSpPr>
        <p:spPr>
          <a:xfrm>
            <a:off x="-72428" y="1800358"/>
            <a:ext cx="10790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Iteration #</a:t>
            </a:r>
          </a:p>
        </p:txBody>
      </p:sp>
      <p:pic>
        <p:nvPicPr>
          <p:cNvPr id="21" name="Picture 20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ECDE8D14-52EF-013A-C6B7-6BAED8CACD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3316" y="0"/>
            <a:ext cx="4065258" cy="3567065"/>
          </a:xfrm>
          <a:prstGeom prst="rect">
            <a:avLst/>
          </a:prstGeom>
        </p:spPr>
      </p:pic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26C8107B-FD51-DB2D-FD8F-C7331DDA1802}"/>
              </a:ext>
            </a:extLst>
          </p:cNvPr>
          <p:cNvGraphicFramePr>
            <a:graphicFrameLocks noGrp="1"/>
          </p:cNvGraphicFramePr>
          <p:nvPr/>
        </p:nvGraphicFramePr>
        <p:xfrm>
          <a:off x="4970212" y="953533"/>
          <a:ext cx="3025722" cy="58102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8574">
                  <a:extLst>
                    <a:ext uri="{9D8B030D-6E8A-4147-A177-3AD203B41FA5}">
                      <a16:colId xmlns:a16="http://schemas.microsoft.com/office/drawing/2014/main" val="2340497812"/>
                    </a:ext>
                  </a:extLst>
                </a:gridCol>
                <a:gridCol w="1008574">
                  <a:extLst>
                    <a:ext uri="{9D8B030D-6E8A-4147-A177-3AD203B41FA5}">
                      <a16:colId xmlns:a16="http://schemas.microsoft.com/office/drawing/2014/main" val="528079694"/>
                    </a:ext>
                  </a:extLst>
                </a:gridCol>
                <a:gridCol w="1008574">
                  <a:extLst>
                    <a:ext uri="{9D8B030D-6E8A-4147-A177-3AD203B41FA5}">
                      <a16:colId xmlns:a16="http://schemas.microsoft.com/office/drawing/2014/main" val="3274158683"/>
                    </a:ext>
                  </a:extLst>
                </a:gridCol>
              </a:tblGrid>
              <a:tr h="58102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408690"/>
                  </a:ext>
                </a:extLst>
              </a:tr>
            </a:tbl>
          </a:graphicData>
        </a:graphic>
      </p:graphicFrame>
      <p:sp>
        <p:nvSpPr>
          <p:cNvPr id="25" name="Rectangle 24">
            <a:extLst>
              <a:ext uri="{FF2B5EF4-FFF2-40B4-BE49-F238E27FC236}">
                <a16:creationId xmlns:a16="http://schemas.microsoft.com/office/drawing/2014/main" id="{B9D14264-8951-9C39-2CB6-F18F24E4999B}"/>
              </a:ext>
            </a:extLst>
          </p:cNvPr>
          <p:cNvSpPr/>
          <p:nvPr/>
        </p:nvSpPr>
        <p:spPr>
          <a:xfrm>
            <a:off x="5114871" y="958396"/>
            <a:ext cx="667080" cy="5334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-93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CA06939-67C3-4E67-CD01-063143D4A0FD}"/>
              </a:ext>
            </a:extLst>
          </p:cNvPr>
          <p:cNvSpPr/>
          <p:nvPr/>
        </p:nvSpPr>
        <p:spPr>
          <a:xfrm>
            <a:off x="6155018" y="975214"/>
            <a:ext cx="719666" cy="5334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-49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DD26F3E-B1D9-2EBF-A247-CD1D464467ED}"/>
              </a:ext>
            </a:extLst>
          </p:cNvPr>
          <p:cNvSpPr/>
          <p:nvPr/>
        </p:nvSpPr>
        <p:spPr>
          <a:xfrm>
            <a:off x="7145837" y="976815"/>
            <a:ext cx="719666" cy="5334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23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4B0A64D-DCC6-5BCB-AF65-72B89589A8B0}"/>
              </a:ext>
            </a:extLst>
          </p:cNvPr>
          <p:cNvSpPr txBox="1"/>
          <p:nvPr/>
        </p:nvSpPr>
        <p:spPr>
          <a:xfrm>
            <a:off x="4259881" y="1038449"/>
            <a:ext cx="584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S2: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DD93280-9E87-9395-7FEE-49D7A190BF2B}"/>
              </a:ext>
            </a:extLst>
          </p:cNvPr>
          <p:cNvGrpSpPr/>
          <p:nvPr/>
        </p:nvGrpSpPr>
        <p:grpSpPr>
          <a:xfrm>
            <a:off x="5227993" y="539878"/>
            <a:ext cx="2288248" cy="470736"/>
            <a:chOff x="2451829" y="610842"/>
            <a:chExt cx="2288248" cy="470736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28E6C72-0AD5-D9B0-87ED-20C5E2DF458B}"/>
                </a:ext>
              </a:extLst>
            </p:cNvPr>
            <p:cNvSpPr txBox="1"/>
            <p:nvPr/>
          </p:nvSpPr>
          <p:spPr>
            <a:xfrm>
              <a:off x="2451829" y="619913"/>
              <a:ext cx="1959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0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91D3F42-E4CA-0D00-62D0-7179B2D01884}"/>
                </a:ext>
              </a:extLst>
            </p:cNvPr>
            <p:cNvSpPr txBox="1"/>
            <p:nvPr/>
          </p:nvSpPr>
          <p:spPr>
            <a:xfrm>
              <a:off x="3571739" y="615873"/>
              <a:ext cx="1959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1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B7218F0-0FA8-FCA6-2991-4E156D64A279}"/>
                </a:ext>
              </a:extLst>
            </p:cNvPr>
            <p:cNvSpPr txBox="1"/>
            <p:nvPr/>
          </p:nvSpPr>
          <p:spPr>
            <a:xfrm>
              <a:off x="4544134" y="610842"/>
              <a:ext cx="1959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2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C980EA60-4B58-906B-CEA4-2369A85534DD}"/>
              </a:ext>
            </a:extLst>
          </p:cNvPr>
          <p:cNvSpPr txBox="1"/>
          <p:nvPr/>
        </p:nvSpPr>
        <p:spPr>
          <a:xfrm>
            <a:off x="3182245" y="67767"/>
            <a:ext cx="2795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S1, S2 are </a:t>
            </a:r>
            <a:r>
              <a:rPr lang="en-CA" dirty="0">
                <a:highlight>
                  <a:srgbClr val="FFFF00"/>
                </a:highlight>
              </a:rPr>
              <a:t>sorted</a:t>
            </a:r>
            <a:r>
              <a:rPr lang="en-CA" dirty="0"/>
              <a:t> sequences</a:t>
            </a:r>
          </a:p>
        </p:txBody>
      </p:sp>
    </p:spTree>
    <p:extLst>
      <p:ext uri="{BB962C8B-B14F-4D97-AF65-F5344CB8AC3E}">
        <p14:creationId xmlns:p14="http://schemas.microsoft.com/office/powerpoint/2010/main" val="520328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A53807B-505E-3F66-96FD-FCA447E1ACF5}"/>
              </a:ext>
            </a:extLst>
          </p:cNvPr>
          <p:cNvSpPr/>
          <p:nvPr/>
        </p:nvSpPr>
        <p:spPr>
          <a:xfrm>
            <a:off x="1884701" y="811767"/>
            <a:ext cx="719666" cy="533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-24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8C63C8-EB7B-6887-207C-392551952F22}"/>
              </a:ext>
            </a:extLst>
          </p:cNvPr>
          <p:cNvSpPr/>
          <p:nvPr/>
        </p:nvSpPr>
        <p:spPr>
          <a:xfrm>
            <a:off x="2924848" y="828585"/>
            <a:ext cx="719666" cy="533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21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D1E1FB-E09F-00D8-CB87-BF4983A40E18}"/>
              </a:ext>
            </a:extLst>
          </p:cNvPr>
          <p:cNvSpPr/>
          <p:nvPr/>
        </p:nvSpPr>
        <p:spPr>
          <a:xfrm>
            <a:off x="3907373" y="805828"/>
            <a:ext cx="719666" cy="533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-45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4C111BA-C2CD-D918-C68B-AF5B7D78BD23}"/>
              </a:ext>
            </a:extLst>
          </p:cNvPr>
          <p:cNvSpPr/>
          <p:nvPr/>
        </p:nvSpPr>
        <p:spPr>
          <a:xfrm>
            <a:off x="4935970" y="819320"/>
            <a:ext cx="719666" cy="533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-71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AB9B48F-4487-B31F-C1B5-AE0B0AB9822A}"/>
              </a:ext>
            </a:extLst>
          </p:cNvPr>
          <p:cNvSpPr/>
          <p:nvPr/>
        </p:nvSpPr>
        <p:spPr>
          <a:xfrm>
            <a:off x="5957833" y="819320"/>
            <a:ext cx="719666" cy="533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14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83FC9D-FAF0-AA67-C057-5E10521E5047}"/>
              </a:ext>
            </a:extLst>
          </p:cNvPr>
          <p:cNvSpPr/>
          <p:nvPr/>
        </p:nvSpPr>
        <p:spPr>
          <a:xfrm>
            <a:off x="6980130" y="805828"/>
            <a:ext cx="719666" cy="533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-41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64B174-BF07-0CBE-EB45-7994CB2DCCDF}"/>
              </a:ext>
            </a:extLst>
          </p:cNvPr>
          <p:cNvSpPr/>
          <p:nvPr/>
        </p:nvSpPr>
        <p:spPr>
          <a:xfrm>
            <a:off x="7987553" y="826967"/>
            <a:ext cx="719666" cy="533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50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02D025-E02A-CDE4-AC68-CCD03E1A722B}"/>
              </a:ext>
            </a:extLst>
          </p:cNvPr>
          <p:cNvSpPr txBox="1"/>
          <p:nvPr/>
        </p:nvSpPr>
        <p:spPr>
          <a:xfrm>
            <a:off x="1029711" y="891820"/>
            <a:ext cx="584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U: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079F8C6F-2D64-ACB0-CC62-5730926F9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0" y="-18614"/>
            <a:ext cx="9534181" cy="439208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Ex1(a) Merge sort recursion tree </a:t>
            </a:r>
            <a:r>
              <a:rPr lang="en-US" b="1" dirty="0">
                <a:highlight>
                  <a:srgbClr val="FFFF00"/>
                </a:highlight>
              </a:rPr>
              <a:t>divide</a:t>
            </a:r>
            <a:r>
              <a:rPr lang="en-US" b="1" dirty="0"/>
              <a:t> step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F7A35F-8753-DA91-C7A8-72BD3D8DEAEF}"/>
              </a:ext>
            </a:extLst>
          </p:cNvPr>
          <p:cNvSpPr txBox="1"/>
          <p:nvPr/>
        </p:nvSpPr>
        <p:spPr>
          <a:xfrm>
            <a:off x="2006676" y="357962"/>
            <a:ext cx="1962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63F309-25C9-831C-8860-1D01A29D92ED}"/>
              </a:ext>
            </a:extLst>
          </p:cNvPr>
          <p:cNvSpPr txBox="1"/>
          <p:nvPr/>
        </p:nvSpPr>
        <p:spPr>
          <a:xfrm>
            <a:off x="3128271" y="353922"/>
            <a:ext cx="1962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242E82-3B30-0D1E-6C17-2C258B28AC82}"/>
              </a:ext>
            </a:extLst>
          </p:cNvPr>
          <p:cNvSpPr txBox="1"/>
          <p:nvPr/>
        </p:nvSpPr>
        <p:spPr>
          <a:xfrm>
            <a:off x="4102128" y="348891"/>
            <a:ext cx="1962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533EF1-89DC-C724-AF25-DBE5EB33B68B}"/>
              </a:ext>
            </a:extLst>
          </p:cNvPr>
          <p:cNvSpPr txBox="1"/>
          <p:nvPr/>
        </p:nvSpPr>
        <p:spPr>
          <a:xfrm>
            <a:off x="5143427" y="362314"/>
            <a:ext cx="1962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495FABC-DC2B-B22C-A8A2-65E0E149C675}"/>
              </a:ext>
            </a:extLst>
          </p:cNvPr>
          <p:cNvSpPr txBox="1"/>
          <p:nvPr/>
        </p:nvSpPr>
        <p:spPr>
          <a:xfrm>
            <a:off x="6229375" y="370537"/>
            <a:ext cx="1962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19D36B-98C6-8694-5231-85DD4D9DA5C5}"/>
              </a:ext>
            </a:extLst>
          </p:cNvPr>
          <p:cNvSpPr txBox="1"/>
          <p:nvPr/>
        </p:nvSpPr>
        <p:spPr>
          <a:xfrm>
            <a:off x="7240447" y="375907"/>
            <a:ext cx="2523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7352B7-5F58-410B-CE7D-B1480DB8CFC7}"/>
              </a:ext>
            </a:extLst>
          </p:cNvPr>
          <p:cNvSpPr txBox="1"/>
          <p:nvPr/>
        </p:nvSpPr>
        <p:spPr>
          <a:xfrm>
            <a:off x="8171253" y="370114"/>
            <a:ext cx="1761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6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889DFE6-F72D-3DD1-C1E0-5A59FD0567B4}"/>
              </a:ext>
            </a:extLst>
          </p:cNvPr>
          <p:cNvSpPr/>
          <p:nvPr/>
        </p:nvSpPr>
        <p:spPr>
          <a:xfrm>
            <a:off x="8886478" y="805828"/>
            <a:ext cx="719666" cy="533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A44D7E9-0A72-9299-33A0-A4AF90EDC134}"/>
              </a:ext>
            </a:extLst>
          </p:cNvPr>
          <p:cNvSpPr txBox="1"/>
          <p:nvPr/>
        </p:nvSpPr>
        <p:spPr>
          <a:xfrm>
            <a:off x="9085349" y="370114"/>
            <a:ext cx="1761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7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F8212D1-14C7-DC1B-4521-2B5734D3C32A}"/>
              </a:ext>
            </a:extLst>
          </p:cNvPr>
          <p:cNvSpPr/>
          <p:nvPr/>
        </p:nvSpPr>
        <p:spPr>
          <a:xfrm>
            <a:off x="1133227" y="2123174"/>
            <a:ext cx="4037845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27EE646-1D63-69D7-38E5-ACB5D4F8504F}"/>
              </a:ext>
            </a:extLst>
          </p:cNvPr>
          <p:cNvSpPr/>
          <p:nvPr/>
        </p:nvSpPr>
        <p:spPr>
          <a:xfrm>
            <a:off x="6776519" y="2099792"/>
            <a:ext cx="4037845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AAB97A9-90DE-60B7-D79C-C2A03E629E50}"/>
              </a:ext>
            </a:extLst>
          </p:cNvPr>
          <p:cNvSpPr/>
          <p:nvPr/>
        </p:nvSpPr>
        <p:spPr>
          <a:xfrm>
            <a:off x="524498" y="3611530"/>
            <a:ext cx="2107099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D92CF16-F14F-1FD0-69E8-10962875B903}"/>
              </a:ext>
            </a:extLst>
          </p:cNvPr>
          <p:cNvSpPr/>
          <p:nvPr/>
        </p:nvSpPr>
        <p:spPr>
          <a:xfrm>
            <a:off x="3476704" y="3650993"/>
            <a:ext cx="1933206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8A6BA03-4D34-607E-4FEF-63CD4F2899FC}"/>
              </a:ext>
            </a:extLst>
          </p:cNvPr>
          <p:cNvSpPr/>
          <p:nvPr/>
        </p:nvSpPr>
        <p:spPr>
          <a:xfrm>
            <a:off x="6255017" y="3669450"/>
            <a:ext cx="1994493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D0E4E55-ADDA-50DE-CE05-5B4872D2F549}"/>
              </a:ext>
            </a:extLst>
          </p:cNvPr>
          <p:cNvSpPr/>
          <p:nvPr/>
        </p:nvSpPr>
        <p:spPr>
          <a:xfrm>
            <a:off x="9287124" y="3650993"/>
            <a:ext cx="2107099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EBDF89A-4329-0BFF-98DA-66ACFFBAFCC9}"/>
              </a:ext>
            </a:extLst>
          </p:cNvPr>
          <p:cNvSpPr/>
          <p:nvPr/>
        </p:nvSpPr>
        <p:spPr>
          <a:xfrm>
            <a:off x="1705956" y="750076"/>
            <a:ext cx="8039654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A53B111-E9D1-21D6-A486-E445E389B52A}"/>
              </a:ext>
            </a:extLst>
          </p:cNvPr>
          <p:cNvSpPr/>
          <p:nvPr/>
        </p:nvSpPr>
        <p:spPr>
          <a:xfrm>
            <a:off x="1734728" y="5124975"/>
            <a:ext cx="867366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612D0C4-DEB3-C389-26D7-55E0D4C5AC9C}"/>
              </a:ext>
            </a:extLst>
          </p:cNvPr>
          <p:cNvSpPr/>
          <p:nvPr/>
        </p:nvSpPr>
        <p:spPr>
          <a:xfrm>
            <a:off x="498856" y="5124975"/>
            <a:ext cx="867366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73CBA83-BA3F-8422-EABF-5CDC735AFE75}"/>
              </a:ext>
            </a:extLst>
          </p:cNvPr>
          <p:cNvSpPr/>
          <p:nvPr/>
        </p:nvSpPr>
        <p:spPr>
          <a:xfrm>
            <a:off x="4865888" y="5150967"/>
            <a:ext cx="867366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8EB76BF-C325-F328-3BD3-937DE3916621}"/>
              </a:ext>
            </a:extLst>
          </p:cNvPr>
          <p:cNvSpPr/>
          <p:nvPr/>
        </p:nvSpPr>
        <p:spPr>
          <a:xfrm>
            <a:off x="3245622" y="5124975"/>
            <a:ext cx="867366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B3202B4-86E4-6249-4033-359EAADABD13}"/>
              </a:ext>
            </a:extLst>
          </p:cNvPr>
          <p:cNvSpPr/>
          <p:nvPr/>
        </p:nvSpPr>
        <p:spPr>
          <a:xfrm>
            <a:off x="7528814" y="5150967"/>
            <a:ext cx="867366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5405D56-D4D0-DD34-E54F-46BE1A527DB8}"/>
              </a:ext>
            </a:extLst>
          </p:cNvPr>
          <p:cNvSpPr/>
          <p:nvPr/>
        </p:nvSpPr>
        <p:spPr>
          <a:xfrm>
            <a:off x="6088360" y="5124975"/>
            <a:ext cx="867366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1397D2E2-E2BA-E238-6625-BA978C0C2AE3}"/>
              </a:ext>
            </a:extLst>
          </p:cNvPr>
          <p:cNvSpPr/>
          <p:nvPr/>
        </p:nvSpPr>
        <p:spPr>
          <a:xfrm>
            <a:off x="10879508" y="5177812"/>
            <a:ext cx="867366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F1DF4A6-042E-9411-E488-88CDF206F3F7}"/>
              </a:ext>
            </a:extLst>
          </p:cNvPr>
          <p:cNvSpPr/>
          <p:nvPr/>
        </p:nvSpPr>
        <p:spPr>
          <a:xfrm>
            <a:off x="9275129" y="5176443"/>
            <a:ext cx="867366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96D66FC8-24C4-0211-C849-88658D17C16E}"/>
              </a:ext>
            </a:extLst>
          </p:cNvPr>
          <p:cNvCxnSpPr>
            <a:stCxn id="46" idx="2"/>
            <a:endCxn id="28" idx="0"/>
          </p:cNvCxnSpPr>
          <p:nvPr/>
        </p:nvCxnSpPr>
        <p:spPr>
          <a:xfrm flipH="1">
            <a:off x="3152150" y="1519620"/>
            <a:ext cx="2573633" cy="60355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C1BED00-C276-8883-9C9F-3AADFD5F447D}"/>
              </a:ext>
            </a:extLst>
          </p:cNvPr>
          <p:cNvCxnSpPr>
            <a:cxnSpLocks/>
            <a:stCxn id="29" idx="0"/>
            <a:endCxn id="46" idx="2"/>
          </p:cNvCxnSpPr>
          <p:nvPr/>
        </p:nvCxnSpPr>
        <p:spPr>
          <a:xfrm flipH="1" flipV="1">
            <a:off x="5725783" y="1519620"/>
            <a:ext cx="3069659" cy="5801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A84B124B-EB13-1A7A-893C-BD1CE4E92174}"/>
              </a:ext>
            </a:extLst>
          </p:cNvPr>
          <p:cNvCxnSpPr>
            <a:cxnSpLocks/>
            <a:stCxn id="28" idx="2"/>
            <a:endCxn id="42" idx="0"/>
          </p:cNvCxnSpPr>
          <p:nvPr/>
        </p:nvCxnSpPr>
        <p:spPr>
          <a:xfrm flipH="1">
            <a:off x="1578048" y="2892718"/>
            <a:ext cx="1574102" cy="7188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C993F694-F9F7-7AE7-E099-E5BA93C5976C}"/>
              </a:ext>
            </a:extLst>
          </p:cNvPr>
          <p:cNvCxnSpPr>
            <a:cxnSpLocks/>
            <a:stCxn id="43" idx="0"/>
            <a:endCxn id="28" idx="2"/>
          </p:cNvCxnSpPr>
          <p:nvPr/>
        </p:nvCxnSpPr>
        <p:spPr>
          <a:xfrm flipH="1" flipV="1">
            <a:off x="3152150" y="2892718"/>
            <a:ext cx="1291157" cy="75827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03141453-766A-E3C8-BEE4-7723809A48B6}"/>
              </a:ext>
            </a:extLst>
          </p:cNvPr>
          <p:cNvCxnSpPr>
            <a:cxnSpLocks/>
            <a:stCxn id="45" idx="0"/>
            <a:endCxn id="29" idx="2"/>
          </p:cNvCxnSpPr>
          <p:nvPr/>
        </p:nvCxnSpPr>
        <p:spPr>
          <a:xfrm flipH="1" flipV="1">
            <a:off x="8795442" y="2869336"/>
            <a:ext cx="1545232" cy="78165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6D21121E-7688-CCD3-E0FF-4CD6E3CE07DC}"/>
              </a:ext>
            </a:extLst>
          </p:cNvPr>
          <p:cNvCxnSpPr>
            <a:cxnSpLocks/>
            <a:stCxn id="29" idx="2"/>
            <a:endCxn id="44" idx="0"/>
          </p:cNvCxnSpPr>
          <p:nvPr/>
        </p:nvCxnSpPr>
        <p:spPr>
          <a:xfrm flipH="1">
            <a:off x="7252264" y="2869336"/>
            <a:ext cx="1543178" cy="80011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7F3DE6EF-9700-009B-B6F1-35F7E4943827}"/>
              </a:ext>
            </a:extLst>
          </p:cNvPr>
          <p:cNvCxnSpPr>
            <a:cxnSpLocks/>
            <a:stCxn id="61" idx="0"/>
            <a:endCxn id="45" idx="2"/>
          </p:cNvCxnSpPr>
          <p:nvPr/>
        </p:nvCxnSpPr>
        <p:spPr>
          <a:xfrm flipH="1" flipV="1">
            <a:off x="10340674" y="4420537"/>
            <a:ext cx="972517" cy="75727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7461206-66B6-8C69-6B4C-668BBB3052E7}"/>
              </a:ext>
            </a:extLst>
          </p:cNvPr>
          <p:cNvCxnSpPr>
            <a:cxnSpLocks/>
            <a:stCxn id="62" idx="0"/>
            <a:endCxn id="45" idx="2"/>
          </p:cNvCxnSpPr>
          <p:nvPr/>
        </p:nvCxnSpPr>
        <p:spPr>
          <a:xfrm flipV="1">
            <a:off x="9708812" y="4420537"/>
            <a:ext cx="631862" cy="75590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47CF641A-8BAA-D91A-1CC4-5A089913EF73}"/>
              </a:ext>
            </a:extLst>
          </p:cNvPr>
          <p:cNvCxnSpPr>
            <a:cxnSpLocks/>
            <a:stCxn id="60" idx="0"/>
            <a:endCxn id="44" idx="2"/>
          </p:cNvCxnSpPr>
          <p:nvPr/>
        </p:nvCxnSpPr>
        <p:spPr>
          <a:xfrm flipV="1">
            <a:off x="6522043" y="4438994"/>
            <a:ext cx="730221" cy="68598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F57A3948-6716-D33E-23BF-131824CB02B3}"/>
              </a:ext>
            </a:extLst>
          </p:cNvPr>
          <p:cNvCxnSpPr>
            <a:cxnSpLocks/>
            <a:stCxn id="59" idx="0"/>
            <a:endCxn id="44" idx="2"/>
          </p:cNvCxnSpPr>
          <p:nvPr/>
        </p:nvCxnSpPr>
        <p:spPr>
          <a:xfrm flipH="1" flipV="1">
            <a:off x="7252264" y="4438994"/>
            <a:ext cx="710233" cy="71197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22512761-1444-65C7-A790-147D20FB1879}"/>
              </a:ext>
            </a:extLst>
          </p:cNvPr>
          <p:cNvCxnSpPr>
            <a:cxnSpLocks/>
            <a:stCxn id="58" idx="0"/>
            <a:endCxn id="43" idx="2"/>
          </p:cNvCxnSpPr>
          <p:nvPr/>
        </p:nvCxnSpPr>
        <p:spPr>
          <a:xfrm flipV="1">
            <a:off x="3679305" y="4420537"/>
            <a:ext cx="764002" cy="70443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27714B95-3DB4-1FAF-A5C0-034E21AD67BB}"/>
              </a:ext>
            </a:extLst>
          </p:cNvPr>
          <p:cNvCxnSpPr>
            <a:cxnSpLocks/>
            <a:stCxn id="57" idx="0"/>
            <a:endCxn id="43" idx="2"/>
          </p:cNvCxnSpPr>
          <p:nvPr/>
        </p:nvCxnSpPr>
        <p:spPr>
          <a:xfrm flipH="1" flipV="1">
            <a:off x="4443307" y="4420537"/>
            <a:ext cx="856264" cy="73043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8134F9AA-3E2D-8201-CF04-03710BA8CC01}"/>
              </a:ext>
            </a:extLst>
          </p:cNvPr>
          <p:cNvCxnSpPr>
            <a:cxnSpLocks/>
            <a:stCxn id="56" idx="0"/>
            <a:endCxn id="42" idx="2"/>
          </p:cNvCxnSpPr>
          <p:nvPr/>
        </p:nvCxnSpPr>
        <p:spPr>
          <a:xfrm flipV="1">
            <a:off x="932539" y="4381074"/>
            <a:ext cx="645509" cy="74390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2D41B9E-6D65-B1BE-51B9-D40B968EDAF2}"/>
              </a:ext>
            </a:extLst>
          </p:cNvPr>
          <p:cNvCxnSpPr>
            <a:cxnSpLocks/>
            <a:stCxn id="55" idx="0"/>
            <a:endCxn id="42" idx="2"/>
          </p:cNvCxnSpPr>
          <p:nvPr/>
        </p:nvCxnSpPr>
        <p:spPr>
          <a:xfrm flipH="1" flipV="1">
            <a:off x="1578048" y="4381074"/>
            <a:ext cx="590363" cy="74390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14C4425E-2C60-1339-5206-C23F7253E6AF}"/>
              </a:ext>
            </a:extLst>
          </p:cNvPr>
          <p:cNvCxnSpPr/>
          <p:nvPr/>
        </p:nvCxnSpPr>
        <p:spPr>
          <a:xfrm>
            <a:off x="173736" y="685800"/>
            <a:ext cx="0" cy="537667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95772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079F8C6F-2D64-ACB0-CC62-5730926F9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0" y="-18614"/>
            <a:ext cx="10165342" cy="439208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Ex1 (b)Merge sort recursion tree </a:t>
            </a:r>
            <a:r>
              <a:rPr lang="en-US" b="1" dirty="0">
                <a:highlight>
                  <a:srgbClr val="FFFF00"/>
                </a:highlight>
              </a:rPr>
              <a:t>conquer</a:t>
            </a:r>
            <a:r>
              <a:rPr lang="en-US" b="1" dirty="0"/>
              <a:t> step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E5BC3D1-FCAF-95DE-F61A-32BADE707160}"/>
              </a:ext>
            </a:extLst>
          </p:cNvPr>
          <p:cNvSpPr txBox="1"/>
          <p:nvPr/>
        </p:nvSpPr>
        <p:spPr>
          <a:xfrm>
            <a:off x="1029711" y="891820"/>
            <a:ext cx="584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S: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1F1D36C6-651B-A17B-C193-B3811FCB0414}"/>
              </a:ext>
            </a:extLst>
          </p:cNvPr>
          <p:cNvSpPr/>
          <p:nvPr/>
        </p:nvSpPr>
        <p:spPr>
          <a:xfrm>
            <a:off x="1705956" y="750076"/>
            <a:ext cx="8039654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000376C4-FBAA-84F6-0BF6-303A8A1AC734}"/>
              </a:ext>
            </a:extLst>
          </p:cNvPr>
          <p:cNvCxnSpPr>
            <a:cxnSpLocks/>
          </p:cNvCxnSpPr>
          <p:nvPr/>
        </p:nvCxnSpPr>
        <p:spPr>
          <a:xfrm flipV="1">
            <a:off x="237744" y="750076"/>
            <a:ext cx="0" cy="5284964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88948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A53807B-505E-3F66-96FD-FCA447E1ACF5}"/>
              </a:ext>
            </a:extLst>
          </p:cNvPr>
          <p:cNvSpPr/>
          <p:nvPr/>
        </p:nvSpPr>
        <p:spPr>
          <a:xfrm>
            <a:off x="1884701" y="811767"/>
            <a:ext cx="719666" cy="533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94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8C63C8-EB7B-6887-207C-392551952F22}"/>
              </a:ext>
            </a:extLst>
          </p:cNvPr>
          <p:cNvSpPr/>
          <p:nvPr/>
        </p:nvSpPr>
        <p:spPr>
          <a:xfrm>
            <a:off x="2924848" y="830203"/>
            <a:ext cx="719666" cy="53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21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D1E1FB-E09F-00D8-CB87-BF4983A40E18}"/>
              </a:ext>
            </a:extLst>
          </p:cNvPr>
          <p:cNvSpPr/>
          <p:nvPr/>
        </p:nvSpPr>
        <p:spPr>
          <a:xfrm>
            <a:off x="3907373" y="805828"/>
            <a:ext cx="719666" cy="533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51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4C111BA-C2CD-D918-C68B-AF5B7D78BD23}"/>
              </a:ext>
            </a:extLst>
          </p:cNvPr>
          <p:cNvSpPr/>
          <p:nvPr/>
        </p:nvSpPr>
        <p:spPr>
          <a:xfrm>
            <a:off x="4935970" y="819320"/>
            <a:ext cx="719666" cy="533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AB9B48F-4487-B31F-C1B5-AE0B0AB9822A}"/>
              </a:ext>
            </a:extLst>
          </p:cNvPr>
          <p:cNvSpPr/>
          <p:nvPr/>
        </p:nvSpPr>
        <p:spPr>
          <a:xfrm>
            <a:off x="5957833" y="819320"/>
            <a:ext cx="719666" cy="533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-95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83FC9D-FAF0-AA67-C057-5E10521E5047}"/>
              </a:ext>
            </a:extLst>
          </p:cNvPr>
          <p:cNvSpPr/>
          <p:nvPr/>
        </p:nvSpPr>
        <p:spPr>
          <a:xfrm>
            <a:off x="6980130" y="805828"/>
            <a:ext cx="719666" cy="533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98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64B174-BF07-0CBE-EB45-7994CB2DCCDF}"/>
              </a:ext>
            </a:extLst>
          </p:cNvPr>
          <p:cNvSpPr/>
          <p:nvPr/>
        </p:nvSpPr>
        <p:spPr>
          <a:xfrm>
            <a:off x="7987553" y="826967"/>
            <a:ext cx="719666" cy="533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02D025-E02A-CDE4-AC68-CCD03E1A722B}"/>
              </a:ext>
            </a:extLst>
          </p:cNvPr>
          <p:cNvSpPr txBox="1"/>
          <p:nvPr/>
        </p:nvSpPr>
        <p:spPr>
          <a:xfrm>
            <a:off x="1029711" y="891820"/>
            <a:ext cx="584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U: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079F8C6F-2D64-ACB0-CC62-5730926F9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0" y="-18614"/>
            <a:ext cx="10268714" cy="439208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Ex3(a) Quick sort recursion tree </a:t>
            </a:r>
            <a:r>
              <a:rPr lang="en-US" b="1" dirty="0">
                <a:highlight>
                  <a:srgbClr val="FFFF00"/>
                </a:highlight>
              </a:rPr>
              <a:t>divide</a:t>
            </a:r>
            <a:r>
              <a:rPr lang="en-US" b="1" dirty="0"/>
              <a:t> step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F7A35F-8753-DA91-C7A8-72BD3D8DEAEF}"/>
              </a:ext>
            </a:extLst>
          </p:cNvPr>
          <p:cNvSpPr txBox="1"/>
          <p:nvPr/>
        </p:nvSpPr>
        <p:spPr>
          <a:xfrm>
            <a:off x="2006676" y="357962"/>
            <a:ext cx="1962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63F309-25C9-831C-8860-1D01A29D92ED}"/>
              </a:ext>
            </a:extLst>
          </p:cNvPr>
          <p:cNvSpPr txBox="1"/>
          <p:nvPr/>
        </p:nvSpPr>
        <p:spPr>
          <a:xfrm>
            <a:off x="3128271" y="353922"/>
            <a:ext cx="1962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242E82-3B30-0D1E-6C17-2C258B28AC82}"/>
              </a:ext>
            </a:extLst>
          </p:cNvPr>
          <p:cNvSpPr txBox="1"/>
          <p:nvPr/>
        </p:nvSpPr>
        <p:spPr>
          <a:xfrm>
            <a:off x="4102128" y="348891"/>
            <a:ext cx="1962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533EF1-89DC-C724-AF25-DBE5EB33B68B}"/>
              </a:ext>
            </a:extLst>
          </p:cNvPr>
          <p:cNvSpPr txBox="1"/>
          <p:nvPr/>
        </p:nvSpPr>
        <p:spPr>
          <a:xfrm>
            <a:off x="5143427" y="362314"/>
            <a:ext cx="1962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495FABC-DC2B-B22C-A8A2-65E0E149C675}"/>
              </a:ext>
            </a:extLst>
          </p:cNvPr>
          <p:cNvSpPr txBox="1"/>
          <p:nvPr/>
        </p:nvSpPr>
        <p:spPr>
          <a:xfrm>
            <a:off x="6229375" y="370537"/>
            <a:ext cx="1962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19D36B-98C6-8694-5231-85DD4D9DA5C5}"/>
              </a:ext>
            </a:extLst>
          </p:cNvPr>
          <p:cNvSpPr txBox="1"/>
          <p:nvPr/>
        </p:nvSpPr>
        <p:spPr>
          <a:xfrm>
            <a:off x="7240447" y="375907"/>
            <a:ext cx="2523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7352B7-5F58-410B-CE7D-B1480DB8CFC7}"/>
              </a:ext>
            </a:extLst>
          </p:cNvPr>
          <p:cNvSpPr txBox="1"/>
          <p:nvPr/>
        </p:nvSpPr>
        <p:spPr>
          <a:xfrm>
            <a:off x="8171253" y="370114"/>
            <a:ext cx="1761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6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889DFE6-F72D-3DD1-C1E0-5A59FD0567B4}"/>
              </a:ext>
            </a:extLst>
          </p:cNvPr>
          <p:cNvSpPr/>
          <p:nvPr/>
        </p:nvSpPr>
        <p:spPr>
          <a:xfrm>
            <a:off x="8886478" y="805828"/>
            <a:ext cx="719666" cy="533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11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A44D7E9-0A72-9299-33A0-A4AF90EDC134}"/>
              </a:ext>
            </a:extLst>
          </p:cNvPr>
          <p:cNvSpPr txBox="1"/>
          <p:nvPr/>
        </p:nvSpPr>
        <p:spPr>
          <a:xfrm>
            <a:off x="9085349" y="370114"/>
            <a:ext cx="1761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7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F8212D1-14C7-DC1B-4521-2B5734D3C32A}"/>
              </a:ext>
            </a:extLst>
          </p:cNvPr>
          <p:cNvSpPr/>
          <p:nvPr/>
        </p:nvSpPr>
        <p:spPr>
          <a:xfrm>
            <a:off x="1133227" y="2123174"/>
            <a:ext cx="4037845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27EE646-1D63-69D7-38E5-ACB5D4F8504F}"/>
              </a:ext>
            </a:extLst>
          </p:cNvPr>
          <p:cNvSpPr/>
          <p:nvPr/>
        </p:nvSpPr>
        <p:spPr>
          <a:xfrm>
            <a:off x="6776519" y="2099792"/>
            <a:ext cx="4037845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AAB97A9-90DE-60B7-D79C-C2A03E629E50}"/>
              </a:ext>
            </a:extLst>
          </p:cNvPr>
          <p:cNvSpPr/>
          <p:nvPr/>
        </p:nvSpPr>
        <p:spPr>
          <a:xfrm>
            <a:off x="524498" y="3611530"/>
            <a:ext cx="2107099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D92CF16-F14F-1FD0-69E8-10962875B903}"/>
              </a:ext>
            </a:extLst>
          </p:cNvPr>
          <p:cNvSpPr/>
          <p:nvPr/>
        </p:nvSpPr>
        <p:spPr>
          <a:xfrm>
            <a:off x="3476704" y="3650993"/>
            <a:ext cx="1933206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8A6BA03-4D34-607E-4FEF-63CD4F2899FC}"/>
              </a:ext>
            </a:extLst>
          </p:cNvPr>
          <p:cNvSpPr/>
          <p:nvPr/>
        </p:nvSpPr>
        <p:spPr>
          <a:xfrm>
            <a:off x="6255017" y="3669450"/>
            <a:ext cx="2540425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D0E4E55-ADDA-50DE-CE05-5B4872D2F549}"/>
              </a:ext>
            </a:extLst>
          </p:cNvPr>
          <p:cNvSpPr/>
          <p:nvPr/>
        </p:nvSpPr>
        <p:spPr>
          <a:xfrm>
            <a:off x="9287124" y="3650993"/>
            <a:ext cx="2107099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EBDF89A-4329-0BFF-98DA-66ACFFBAFCC9}"/>
              </a:ext>
            </a:extLst>
          </p:cNvPr>
          <p:cNvSpPr/>
          <p:nvPr/>
        </p:nvSpPr>
        <p:spPr>
          <a:xfrm>
            <a:off x="1705956" y="750076"/>
            <a:ext cx="8039654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A53B111-E9D1-21D6-A486-E445E389B52A}"/>
              </a:ext>
            </a:extLst>
          </p:cNvPr>
          <p:cNvSpPr/>
          <p:nvPr/>
        </p:nvSpPr>
        <p:spPr>
          <a:xfrm>
            <a:off x="1734728" y="5124975"/>
            <a:ext cx="867366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612D0C4-DEB3-C389-26D7-55E0D4C5AC9C}"/>
              </a:ext>
            </a:extLst>
          </p:cNvPr>
          <p:cNvSpPr/>
          <p:nvPr/>
        </p:nvSpPr>
        <p:spPr>
          <a:xfrm>
            <a:off x="498856" y="5124975"/>
            <a:ext cx="867366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73CBA83-BA3F-8422-EABF-5CDC735AFE75}"/>
              </a:ext>
            </a:extLst>
          </p:cNvPr>
          <p:cNvSpPr/>
          <p:nvPr/>
        </p:nvSpPr>
        <p:spPr>
          <a:xfrm>
            <a:off x="4865888" y="5150967"/>
            <a:ext cx="867366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8EB76BF-C325-F328-3BD3-937DE3916621}"/>
              </a:ext>
            </a:extLst>
          </p:cNvPr>
          <p:cNvSpPr/>
          <p:nvPr/>
        </p:nvSpPr>
        <p:spPr>
          <a:xfrm>
            <a:off x="3245622" y="5124975"/>
            <a:ext cx="867366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B3202B4-86E4-6249-4033-359EAADABD13}"/>
              </a:ext>
            </a:extLst>
          </p:cNvPr>
          <p:cNvSpPr/>
          <p:nvPr/>
        </p:nvSpPr>
        <p:spPr>
          <a:xfrm>
            <a:off x="7464903" y="5157568"/>
            <a:ext cx="867366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5405D56-D4D0-DD34-E54F-46BE1A527DB8}"/>
              </a:ext>
            </a:extLst>
          </p:cNvPr>
          <p:cNvSpPr/>
          <p:nvPr/>
        </p:nvSpPr>
        <p:spPr>
          <a:xfrm>
            <a:off x="6088360" y="5124975"/>
            <a:ext cx="867366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1397D2E2-E2BA-E238-6625-BA978C0C2AE3}"/>
              </a:ext>
            </a:extLst>
          </p:cNvPr>
          <p:cNvSpPr/>
          <p:nvPr/>
        </p:nvSpPr>
        <p:spPr>
          <a:xfrm>
            <a:off x="10879508" y="5177812"/>
            <a:ext cx="867366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F1DF4A6-042E-9411-E488-88CDF206F3F7}"/>
              </a:ext>
            </a:extLst>
          </p:cNvPr>
          <p:cNvSpPr/>
          <p:nvPr/>
        </p:nvSpPr>
        <p:spPr>
          <a:xfrm>
            <a:off x="9275129" y="5176443"/>
            <a:ext cx="867366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96D66FC8-24C4-0211-C849-88658D17C16E}"/>
              </a:ext>
            </a:extLst>
          </p:cNvPr>
          <p:cNvCxnSpPr>
            <a:stCxn id="46" idx="2"/>
            <a:endCxn id="28" idx="0"/>
          </p:cNvCxnSpPr>
          <p:nvPr/>
        </p:nvCxnSpPr>
        <p:spPr>
          <a:xfrm flipH="1">
            <a:off x="3152150" y="1519620"/>
            <a:ext cx="2573633" cy="60355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C1BED00-C276-8883-9C9F-3AADFD5F447D}"/>
              </a:ext>
            </a:extLst>
          </p:cNvPr>
          <p:cNvCxnSpPr>
            <a:cxnSpLocks/>
            <a:stCxn id="29" idx="0"/>
            <a:endCxn id="46" idx="2"/>
          </p:cNvCxnSpPr>
          <p:nvPr/>
        </p:nvCxnSpPr>
        <p:spPr>
          <a:xfrm flipH="1" flipV="1">
            <a:off x="5725783" y="1519620"/>
            <a:ext cx="3069659" cy="5801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A84B124B-EB13-1A7A-893C-BD1CE4E92174}"/>
              </a:ext>
            </a:extLst>
          </p:cNvPr>
          <p:cNvCxnSpPr>
            <a:cxnSpLocks/>
            <a:stCxn id="28" idx="2"/>
            <a:endCxn id="42" idx="0"/>
          </p:cNvCxnSpPr>
          <p:nvPr/>
        </p:nvCxnSpPr>
        <p:spPr>
          <a:xfrm flipH="1">
            <a:off x="1578048" y="2892718"/>
            <a:ext cx="1574102" cy="7188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C993F694-F9F7-7AE7-E099-E5BA93C5976C}"/>
              </a:ext>
            </a:extLst>
          </p:cNvPr>
          <p:cNvCxnSpPr>
            <a:cxnSpLocks/>
            <a:stCxn id="43" idx="0"/>
            <a:endCxn id="28" idx="2"/>
          </p:cNvCxnSpPr>
          <p:nvPr/>
        </p:nvCxnSpPr>
        <p:spPr>
          <a:xfrm flipH="1" flipV="1">
            <a:off x="3152150" y="2892718"/>
            <a:ext cx="1291157" cy="75827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03141453-766A-E3C8-BEE4-7723809A48B6}"/>
              </a:ext>
            </a:extLst>
          </p:cNvPr>
          <p:cNvCxnSpPr>
            <a:cxnSpLocks/>
            <a:stCxn id="45" idx="0"/>
            <a:endCxn id="29" idx="2"/>
          </p:cNvCxnSpPr>
          <p:nvPr/>
        </p:nvCxnSpPr>
        <p:spPr>
          <a:xfrm flipH="1" flipV="1">
            <a:off x="8795442" y="2869336"/>
            <a:ext cx="1545232" cy="78165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6D21121E-7688-CCD3-E0FF-4CD6E3CE07DC}"/>
              </a:ext>
            </a:extLst>
          </p:cNvPr>
          <p:cNvCxnSpPr>
            <a:cxnSpLocks/>
            <a:stCxn id="29" idx="2"/>
            <a:endCxn id="44" idx="0"/>
          </p:cNvCxnSpPr>
          <p:nvPr/>
        </p:nvCxnSpPr>
        <p:spPr>
          <a:xfrm flipH="1">
            <a:off x="7525230" y="2869336"/>
            <a:ext cx="1270212" cy="80011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7F3DE6EF-9700-009B-B6F1-35F7E4943827}"/>
              </a:ext>
            </a:extLst>
          </p:cNvPr>
          <p:cNvCxnSpPr>
            <a:cxnSpLocks/>
            <a:stCxn id="61" idx="0"/>
            <a:endCxn id="45" idx="2"/>
          </p:cNvCxnSpPr>
          <p:nvPr/>
        </p:nvCxnSpPr>
        <p:spPr>
          <a:xfrm flipH="1" flipV="1">
            <a:off x="10340674" y="4420537"/>
            <a:ext cx="972517" cy="75727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7461206-66B6-8C69-6B4C-668BBB3052E7}"/>
              </a:ext>
            </a:extLst>
          </p:cNvPr>
          <p:cNvCxnSpPr>
            <a:cxnSpLocks/>
            <a:stCxn id="62" idx="0"/>
            <a:endCxn id="45" idx="2"/>
          </p:cNvCxnSpPr>
          <p:nvPr/>
        </p:nvCxnSpPr>
        <p:spPr>
          <a:xfrm flipV="1">
            <a:off x="9708812" y="4420537"/>
            <a:ext cx="631862" cy="75590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47CF641A-8BAA-D91A-1CC4-5A089913EF73}"/>
              </a:ext>
            </a:extLst>
          </p:cNvPr>
          <p:cNvCxnSpPr>
            <a:cxnSpLocks/>
            <a:stCxn id="60" idx="0"/>
            <a:endCxn id="44" idx="2"/>
          </p:cNvCxnSpPr>
          <p:nvPr/>
        </p:nvCxnSpPr>
        <p:spPr>
          <a:xfrm flipV="1">
            <a:off x="6522043" y="4438994"/>
            <a:ext cx="1003187" cy="68598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F57A3948-6716-D33E-23BF-131824CB02B3}"/>
              </a:ext>
            </a:extLst>
          </p:cNvPr>
          <p:cNvCxnSpPr>
            <a:cxnSpLocks/>
            <a:stCxn id="59" idx="0"/>
            <a:endCxn id="44" idx="2"/>
          </p:cNvCxnSpPr>
          <p:nvPr/>
        </p:nvCxnSpPr>
        <p:spPr>
          <a:xfrm flipH="1" flipV="1">
            <a:off x="7525230" y="4438994"/>
            <a:ext cx="373356" cy="7185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22512761-1444-65C7-A790-147D20FB1879}"/>
              </a:ext>
            </a:extLst>
          </p:cNvPr>
          <p:cNvCxnSpPr>
            <a:cxnSpLocks/>
            <a:stCxn id="58" idx="0"/>
            <a:endCxn id="43" idx="2"/>
          </p:cNvCxnSpPr>
          <p:nvPr/>
        </p:nvCxnSpPr>
        <p:spPr>
          <a:xfrm flipV="1">
            <a:off x="3679305" y="4420537"/>
            <a:ext cx="764002" cy="70443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27714B95-3DB4-1FAF-A5C0-034E21AD67BB}"/>
              </a:ext>
            </a:extLst>
          </p:cNvPr>
          <p:cNvCxnSpPr>
            <a:cxnSpLocks/>
            <a:stCxn id="57" idx="0"/>
            <a:endCxn id="43" idx="2"/>
          </p:cNvCxnSpPr>
          <p:nvPr/>
        </p:nvCxnSpPr>
        <p:spPr>
          <a:xfrm flipH="1" flipV="1">
            <a:off x="4443307" y="4420537"/>
            <a:ext cx="856264" cy="73043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8134F9AA-3E2D-8201-CF04-03710BA8CC01}"/>
              </a:ext>
            </a:extLst>
          </p:cNvPr>
          <p:cNvCxnSpPr>
            <a:cxnSpLocks/>
            <a:stCxn id="56" idx="0"/>
            <a:endCxn id="42" idx="2"/>
          </p:cNvCxnSpPr>
          <p:nvPr/>
        </p:nvCxnSpPr>
        <p:spPr>
          <a:xfrm flipV="1">
            <a:off x="932539" y="4381074"/>
            <a:ext cx="645509" cy="74390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2D41B9E-6D65-B1BE-51B9-D40B968EDAF2}"/>
              </a:ext>
            </a:extLst>
          </p:cNvPr>
          <p:cNvCxnSpPr>
            <a:cxnSpLocks/>
            <a:stCxn id="55" idx="0"/>
            <a:endCxn id="42" idx="2"/>
          </p:cNvCxnSpPr>
          <p:nvPr/>
        </p:nvCxnSpPr>
        <p:spPr>
          <a:xfrm flipH="1" flipV="1">
            <a:off x="1578048" y="4381074"/>
            <a:ext cx="590363" cy="74390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14C4425E-2C60-1339-5206-C23F7253E6AF}"/>
              </a:ext>
            </a:extLst>
          </p:cNvPr>
          <p:cNvCxnSpPr/>
          <p:nvPr/>
        </p:nvCxnSpPr>
        <p:spPr>
          <a:xfrm>
            <a:off x="173736" y="685800"/>
            <a:ext cx="0" cy="537667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3170C761-FD14-3204-CD9A-A906E17EDB4B}"/>
              </a:ext>
            </a:extLst>
          </p:cNvPr>
          <p:cNvSpPr txBox="1"/>
          <p:nvPr/>
        </p:nvSpPr>
        <p:spPr>
          <a:xfrm>
            <a:off x="9309956" y="24171"/>
            <a:ext cx="28391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u="sng" dirty="0"/>
              <a:t>Use last item as </a:t>
            </a:r>
            <a:r>
              <a:rPr lang="en-CA" sz="2400" u="sng" dirty="0">
                <a:solidFill>
                  <a:srgbClr val="FF0000"/>
                </a:solidFill>
              </a:rPr>
              <a:t>pivot</a:t>
            </a:r>
          </a:p>
        </p:txBody>
      </p:sp>
    </p:spTree>
    <p:extLst>
      <p:ext uri="{BB962C8B-B14F-4D97-AF65-F5344CB8AC3E}">
        <p14:creationId xmlns:p14="http://schemas.microsoft.com/office/powerpoint/2010/main" val="3053889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079F8C6F-2D64-ACB0-CC62-5730926F9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0" y="-18614"/>
            <a:ext cx="11268700" cy="439208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Ex3 (b) Quick sort recursion tree </a:t>
            </a:r>
            <a:r>
              <a:rPr lang="en-US" b="1" dirty="0">
                <a:highlight>
                  <a:srgbClr val="FFFF00"/>
                </a:highlight>
              </a:rPr>
              <a:t>conquer</a:t>
            </a:r>
            <a:r>
              <a:rPr lang="en-US" b="1" dirty="0"/>
              <a:t> step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E5BC3D1-FCAF-95DE-F61A-32BADE707160}"/>
              </a:ext>
            </a:extLst>
          </p:cNvPr>
          <p:cNvSpPr txBox="1"/>
          <p:nvPr/>
        </p:nvSpPr>
        <p:spPr>
          <a:xfrm>
            <a:off x="1029711" y="891820"/>
            <a:ext cx="584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S: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1F1D36C6-651B-A17B-C193-B3811FCB0414}"/>
              </a:ext>
            </a:extLst>
          </p:cNvPr>
          <p:cNvSpPr/>
          <p:nvPr/>
        </p:nvSpPr>
        <p:spPr>
          <a:xfrm>
            <a:off x="1705956" y="750076"/>
            <a:ext cx="8039654" cy="76954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000376C4-FBAA-84F6-0BF6-303A8A1AC734}"/>
              </a:ext>
            </a:extLst>
          </p:cNvPr>
          <p:cNvCxnSpPr>
            <a:cxnSpLocks/>
          </p:cNvCxnSpPr>
          <p:nvPr/>
        </p:nvCxnSpPr>
        <p:spPr>
          <a:xfrm flipV="1">
            <a:off x="237744" y="750076"/>
            <a:ext cx="0" cy="5284964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DDB8038-556F-B2AD-3E9E-B87CD73A84D6}"/>
              </a:ext>
            </a:extLst>
          </p:cNvPr>
          <p:cNvSpPr txBox="1"/>
          <p:nvPr/>
        </p:nvSpPr>
        <p:spPr>
          <a:xfrm>
            <a:off x="10137313" y="31337"/>
            <a:ext cx="8249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800" u="sng" dirty="0">
                <a:solidFill>
                  <a:srgbClr val="FF0000"/>
                </a:solidFill>
              </a:rPr>
              <a:t>pivot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105992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</TotalTime>
  <Words>149</Words>
  <Application>Microsoft Macintosh PowerPoint</Application>
  <PresentationFormat>Widescreen</PresentationFormat>
  <Paragraphs>67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Demo1Merge</vt:lpstr>
      <vt:lpstr>Ex1(a) Merge sort recursion tree divide step</vt:lpstr>
      <vt:lpstr>Ex1 (b)Merge sort recursion tree conquer step</vt:lpstr>
      <vt:lpstr>Ex3(a) Quick sort recursion tree divide step</vt:lpstr>
      <vt:lpstr>Ex3 (b) Quick sort recursion tree conquer step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Insertion Sort</dc:title>
  <dc:creator>Li, Gang</dc:creator>
  <cp:lastModifiedBy>Li, Gang</cp:lastModifiedBy>
  <cp:revision>1</cp:revision>
  <dcterms:created xsi:type="dcterms:W3CDTF">2023-03-22T21:33:42Z</dcterms:created>
  <dcterms:modified xsi:type="dcterms:W3CDTF">2025-12-06T18:03:54Z</dcterms:modified>
</cp:coreProperties>
</file>